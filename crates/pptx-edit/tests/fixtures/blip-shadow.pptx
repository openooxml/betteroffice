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2"/>
  </p:sldMasterIdLst>
  <p:sldIdLst>
    <p:sldId id="256" r:id="rId1"/>
  </p:sldIdLst>
  <p:sldSz cx="6096000" cy="36576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watches.pn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  <p:pic>
        <p:nvPicPr>
          <p:cNvPr id="10" name="Layout biLevel"/>
          <p:cNvPicPr/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3200400" y="723900"/>
            <a:ext cx="274320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watches.png"/><Relationship Id="rId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Master duotone"/>
          <p:cNvPicPr/>
          <p:nvPr/>
        </p:nvPicPr>
        <p:blipFill>
          <a:blip r:embed="rId2">
            <a:duotone>
              <a:schemeClr val="bg2">
                <a:shade val="45000"/>
              </a:schemeClr>
              <a:prstClr val="white"/>
            </a:duotone>
          </a:blip>
          <a:stretch>
            <a:fillRect/>
          </a:stretch>
        </p:blipFill>
        <p:spPr>
          <a:xfrm>
            <a:off x="3200400" y="1295400"/>
            <a:ext cx="2743200" cy="45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watches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0D0"/>
        </a:solidFill>
      </p:bgPr>
    </p:bg>
    <p:spTree>
      <p:nvGrpSpPr>
        <p:cNvPr id="1" name=""/>
        <p:cNvGrpSpPr/>
        <p:nvPr/>
      </p:nvGrpSpPr>
      <p:grpSpPr/>
      <p:pic>
        <p:nvPicPr>
          <p:cNvPr id="2" name="Control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2743200" cy="457200"/>
          </a:xfrm>
          <a:prstGeom prst="rect">
            <a:avLst/>
          </a:prstGeom>
          <a:effectLst>
            <a:outerShdw sx="102000" sy="98000" algn="ctr">
              <a:srgbClr val="000000"/>
            </a:outerShdw>
          </a:effectLst>
        </p:spPr>
      </p:pic>
      <p:pic>
        <p:nvPicPr>
          <p:cNvPr id="3" name="BiLevel"/>
          <p:cNvPicPr/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52400" y="723900"/>
            <a:ext cx="2743200" cy="457200"/>
          </a:xfrm>
          <a:prstGeom prst="rect">
            <a:avLst/>
          </a:prstGeom>
          <a:effectLst>
            <a:outerShdw sx="102000" sy="98000" algn="ctr">
              <a:srgbClr val="000000"/>
            </a:outerShdw>
          </a:effectLst>
        </p:spPr>
      </p:pic>
      <p:pic>
        <p:nvPicPr>
          <p:cNvPr id="4" name="Duotone"/>
          <p:cNvPicPr/>
          <p:nvPr/>
        </p:nvPicPr>
        <p:blipFill>
          <a:blip r:embed="rId2">
            <a:duotone>
              <a:schemeClr val="bg2">
                <a:shade val="45000"/>
              </a:schemeClr>
              <a:prstClr val="white"/>
            </a:duotone>
          </a:blip>
          <a:stretch>
            <a:fillRect/>
          </a:stretch>
        </p:blipFill>
        <p:spPr>
          <a:xfrm>
            <a:off x="152400" y="1295400"/>
            <a:ext cx="2743200" cy="457200"/>
          </a:xfrm>
          <a:prstGeom prst="rect">
            <a:avLst/>
          </a:prstGeom>
        </p:spPr>
      </p:pic>
      <p:pic>
        <p:nvPicPr>
          <p:cNvPr id="5" name="ColorChange then duotone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0000">
                  <a:alpha val="0"/>
                </a:srgbClr>
              </a:clrTo>
            </a:clrChange>
            <a:duotone>
              <a:schemeClr val="bg2">
                <a:shade val="45000"/>
              </a:schemeClr>
              <a:prstClr val="white"/>
            </a:duotone>
          </a:blip>
          <a:stretch>
            <a:fillRect/>
          </a:stretch>
        </p:blipFill>
        <p:spPr>
          <a:xfrm>
            <a:off x="152400" y="1866900"/>
            <a:ext cx="2743200" cy="457200"/>
          </a:xfrm>
          <a:prstGeom prst="rect">
            <a:avLst/>
          </a:prstGeom>
        </p:spPr>
      </p:pic>
      <p:pic>
        <p:nvPicPr>
          <p:cNvPr id="6" name="ColorChange ignore alpha"/>
          <p:cNvPicPr/>
          <p:nvPr/>
        </p:nvPicPr>
        <p:blipFill>
          <a:blip r:embed="rId2">
            <a:clrChange useA="0">
              <a:clrFrom>
                <a:srgbClr val="FFFFFF"/>
              </a:clrFrom>
              <a:clrTo>
                <a:srgbClr val="FF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" y="2438400"/>
            <a:ext cx="2743200" cy="457200"/>
          </a:xfrm>
          <a:prstGeom prst="rect">
            <a:avLst/>
          </a:prstGeom>
        </p:spPr>
      </p:pic>
      <p:pic>
        <p:nvPicPr>
          <p:cNvPr id="7" name="Grayscale"/>
          <p:cNvPicPr/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52400" y="3009900"/>
            <a:ext cx="2743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ip effects">
  <a:themeElements>
    <a:clrScheme name="Tes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00"/>
      </a:accent1>
      <a:accent2>
        <a:srgbClr val="FF0000"/>
      </a:accent2>
      <a:accent3>
        <a:srgbClr val="FF0000"/>
      </a:accent3>
      <a:accent4>
        <a:srgbClr val="FF0000"/>
      </a:accent4>
      <a:accent5>
        <a:srgbClr val="FF0000"/>
      </a:accent5>
      <a:accent6>
        <a:srgbClr val="FF0000"/>
      </a:accent6>
      <a:hlink>
        <a:srgbClr val="FF0000"/>
      </a:hlink>
      <a:folHlink>
        <a:srgbClr val="FF0000"/>
      </a:folHlink>
    </a:clrScheme>
    <a:fontScheme name="Test">
      <a:majorFont>
        <a:latin typeface="Arial"/>
      </a:majorFont>
      <a:minorFont>
        <a:latin typeface="Arial"/>
      </a:minorFont>
    </a:fontScheme>
    <a:fmtScheme name="Test">
      <a:fillStyleLst/>
      <a:lnStyleLst/>
      <a:effectStyleLst/>
      <a:bgFillStyleLst/>
    </a:fmtScheme>
  </a:themeElements>
</a:theme>
</file>