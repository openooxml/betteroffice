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bg1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majorTickMark val="none"/>
        <c:minorTickMark val="none"/>
        <c:tickLblPos val="nextTo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</c:spPr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</c:spPr>
        <c:crossAx val="111111111"/>
      </c:valAx>
    </c:plotArea>
    <c:legend>
      <c:legendPos val="r"/>
      <c:overlay val="0"/>
    </c:legend>
    <c:plotVisOnly val="1"/>
  </c:chart>
  <c:spPr>
    <a:pattFill prst="smGrid">
      <a:fgClr>
        <a:srgbClr val="01C4BF"/>
      </a:fgClr>
      <a:bgClr>
        <a:srgbClr val="01BABC"/>
      </a:bgClr>
    </a:pattFill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bg1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majorTickMark val="none"/>
        <c:minorTickMark val="none"/>
        <c:tickLblPos val="nextTo"/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none"/>
        <c:minorTickMark val="none"/>
        <c:tickLblPos val="nextTo"/>
        <c:crossAx val="111111111"/>
      </c:valAx>
    </c:plotArea>
    <c:legend>
      <c:legendPos val="r"/>
      <c:overlay val="0"/>
    </c:legend>
    <c:plotVisOnly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bg1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majorTickMark val="none"/>
        <c:minorTickMark val="none"/>
        <c:tickLblPos val="nextTo"/>
        <c:spPr>
          <a:noFill/>
          <a:ln w="19050">
            <a:solidFill>
              <a:srgbClr val="BFBFBF"/>
            </a:solidFill>
          </a:ln>
        </c:spPr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none"/>
        <c:minorTickMark val="none"/>
        <c:tickLblPos val="nextTo"/>
        <c:spPr>
          <a:noFill/>
          <a:ln w="6350">
            <a:solidFill>
              <a:schemeClr val="accent1"/>
            </a:solidFill>
          </a:ln>
        </c:spPr>
        <c:crossAx val="111111111"/>
      </c:valAx>
    </c:plotArea>
    <c:legend>
      <c:legendPos val="r"/>
      <c:overlay val="0"/>
    </c:legend>
    <c:plotVisOnly val="1"/>
  </c:chart>
  <c:spPr>
    <a:solidFill>
      <a:schemeClr val="lt2"/>
    </a:solidFill>
    <a:ln>
      <a:noFill/>
    </a:ln>
  </c:spPr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1.xml"/>
  <Relationship Id="rId3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2.xml"/>
  <Relationship Id="rId3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3.xml"/>
  <Relationship Id="rId3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ttern ground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5" name="Vertical clip"/>
          <p:cNvSpPr/>
          <p:nvPr/>
        </p:nvSpPr>
        <p:spPr>
          <a:xfrm>
            <a:off x="609600" y="1428750"/>
            <a:ext cx="4953000" cy="304800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txBody>
          <a:bodyPr anchor="t" lIns="0" rIns="0" tIns="0" bIns="0" vertOverflow="clip" horzOverflow="clip">
            <a:noAutofit/>
          </a:bodyPr>
          <a:lstStyle/>
          <a:p>
            <a:pPr>
              <a:buNone/>
            </a:pPr>
            <a:r>
              <a:rPr sz="4800">
                <a:solidFill>
                  <a:srgbClr val="2040B0"/>
                </a:solidFill>
                <a:latin typeface="Arial"/>
              </a:rPr>
              <a:t>Vertical clip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o ground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lid ground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theme/theme1.xml><?xml version="1.0" encoding="utf-8"?>
<a:theme xmlns:a="http://schemas.openxmlformats.org/drawingml/2006/main" name="Chart Deck">
  <a:themeElements>
    <a:clrScheme name="Chart Deck">
      <a:dk1>
        <a:sysClr val="windowText" lastClr="000000"/>
      </a:dk1>
      <a:lt1>
        <a:sysClr val="window" lastClr="FFFFFF"/>
      </a:lt1>
      <a:dk2>
        <a:srgbClr val="1F2933"/>
      </a:dk2>
      <a:lt2>
        <a:srgbClr val="F5F7FA"/>
      </a:lt2>
      <a:accent1>
        <a:srgbClr val="6254E7"/>
      </a:accent1>
      <a:accent2>
        <a:srgbClr val="1FA97A"/>
      </a:accent2>
      <a:accent3>
        <a:srgbClr val="E7A954"/>
      </a:accent3>
      <a:accent4>
        <a:srgbClr val="E75462"/>
      </a:accent4>
      <a:accent5>
        <a:srgbClr val="54B8E7"/>
      </a:accent5>
      <a:accent6>
        <a:srgbClr val="9754E7"/>
      </a:accent6>
      <a:hlink>
        <a:srgbClr val="0563C1"/>
      </a:hlink>
      <a:folHlink>
        <a:srgbClr val="954F72"/>
      </a:folHlink>
    </a:clrScheme>
    <a:fontScheme name="Chart De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rt Deck"/>
  </a:themeElements>
</a:theme>
</file>