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6858000" cy="27432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Relationships xmlns="http://schemas.openxmlformats.org/package/2006/relationships"><Relationship Id="rId1" Type="http://schemas.openxmlformats.org/officeDocument/2006/relationships/image" Target="../media/triangle.emf"/><Relationship Id="rId2" Type="http://schemas.openxmlformats.org/officeDocument/2006/relationships/image" Target="../media/triangle.wmf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v="urn:schemas-microsoft-com:vml">
  <p:cSld>
    <p:spTree>
      <p:nvGrpSpPr>
        <p:cNvPr id="1" name=""/>
        <p:cNvGrpSpPr/>
        <p:nvPr/>
      </p:nvGrpSpPr>
      <p:grpSpPr/>
      <p:pic>
        <p:nvPicPr>
          <p:cNvPr id="2" name="EMF"/>
          <p:cNvPicPr/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914400" cy="914400"/>
          </a:xfrm>
          <a:prstGeom prst="rect">
            <a:avLst/>
          </a:prstGeom>
        </p:spPr>
      </p:pic>
      <p:pic>
        <p:nvPicPr>
          <p:cNvPr id="3" name="WMF"/>
          <p:cNvPicPr/>
          <p:nvPr/>
        </p:nvPicPr>
        <p:blipFill>
          <a:blip r:embed="rId2"/>
          <a:stretch>
            <a:fillRect/>
          </a:stretch>
        </p:blipFill>
        <p:spPr>
          <a:xfrm>
            <a:off x="2057400" y="914400"/>
            <a:ext cx="914400" cy="914400"/>
          </a:xfrm>
          <a:prstGeom prst="rect">
            <a:avLst/>
          </a:prstGeom>
        </p:spPr>
      </p:pic>
      <p:graphicFrame>
        <p:nvGraphicFramePr>
          <p:cNvPr id="4" name="OLE"/>
          <p:cNvGraphicFramePr/>
          <p:nvPr/>
        </p:nvGraphicFramePr>
        <p:xfrm>
          <a:off x="3200400" y="914400"/>
          <a:ext cx="914400" cy="914400"/>
        </p:xfrm>
        <a:graphic>
          <a:graphicData uri="http://schemas.openxmlformats.org/presentationml/2006/ole">
            <mc:AlternateContent>
              <mc:Choice Requires="v">
                <p:oleObj r:id="rId3">
                  <p:embed/>
                </p:oleObj>
              </mc:Choice>
              <mc:Fallback>
                <p:oleObj r:id="rId3">
                  <p:embed/>
                  <p:pic>
                    <p:nvPicPr>
                      <p:cNvPr id="9" name="Fallback"/>
                      <p:cNvPicPr/>
                      <p:nvPr/>
                    </p:nvPicPr>
                    <p:blipFill>
                      <a:blip r:embed="rId1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added EMF"/>
          <p:cNvPicPr/>
          <p:nvPr/>
        </p:nvPicPr>
        <p:blipFill>
          <a:blip r:embed="rId1"/>
          <a:srcRect l="-25000" r="-25000"/>
          <a:stretch>
            <a:fillRect/>
          </a:stretch>
        </p:blipFill>
        <p:spPr>
          <a:xfrm>
            <a:off x="4343400" y="914400"/>
            <a:ext cx="914400" cy="914400"/>
          </a:xfrm>
          <a:prstGeom prst="rect">
            <a:avLst/>
          </a:prstGeom>
        </p:spPr>
      </p:pic>
      <p:sp>
        <p:nvSpPr>
          <p:cNvPr id="99" name="OUR GREEN INITIATIVES"/>
          <p:cNvSpPr txBox="1"/>
          <p:nvPr/>
        </p:nvSpPr>
        <p:spPr>
          <a:xfrm>
            <a:off x="857250" y="381000"/>
            <a:ext cx="10477500" cy="952500"/>
          </a:xfrm>
          <a:prstGeom prst="rect">
            <a:avLst/>
          </a:prstGeom>
          <a:noFill/>
        </p:spPr>
        <p:txBody>
          <a:bodyPr lIns="0" rIns="0" tIns="0" bIns="0">
            <a:noAutofit/>
          </a:bodyPr>
          <a:lstStyle/>
          <a:p>
            <a:pPr algn="ctr"/>
            <a:r>
              <a:rPr sz="3200" spc="600">
                <a:solidFill>
                  <a:srgbClr val="008044"/>
                </a:solidFill>
                <a:latin typeface="Arial"/>
              </a:rPr>
              <a:t>OUR GREEN INITIATIVES</a:t>
            </a:r>
          </a:p>
        </p:txBody>
      </p:sp>
    </p:spTree>
  </p:cSld>
</p:sld>
</file>