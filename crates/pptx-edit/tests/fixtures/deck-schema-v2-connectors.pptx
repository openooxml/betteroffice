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efore"/>
          <p:cNvSpPr/>
          <p:nvPr/>
        </p:nvSpPr>
        <p:spPr>
          <a:xfrm>
            <a:off x="0" y="0"/>
            <a:ext cx="190500" cy="285750"/>
          </a:xfrm>
          <a:prstGeom prst="rect">
            <a:avLst/>
          </a:prstGeom>
        </p:spPr>
        <p:txBody>
          <a:bodyPr/>
          <a:lstStyle/>
          <a:p>
            <a:r>
              <a:t>Before</a:t>
            </a:r>
          </a:p>
        </p:txBody>
      </p:sp>
      <p:cxnSp>
        <p:nvCxnSpPr>
          <p:cNvPr id="3" name="Straight Arrow Connector 2"/>
          <p:cNvCxnSpPr>
            <a:stCxn id="2" idx="1"/>
            <a:endCxn id="4" idx="2"/>
          </p:cNvCxnSpPr>
          <p:nvPr/>
        </p:nvCxnSpPr>
        <p:spPr>
          <a:xfrm>
            <a:off x="190500" y="285750"/>
            <a:ext cx="381000" cy="571500"/>
          </a:xfrm>
          <a:prstGeom prst="line">
            <a:avLst/>
          </a:prstGeom>
          <a:ln w="25400">
            <a:solidFill>
              <a:srgbClr val="FF0000"/>
            </a:solidFill>
            <a:tailEnd type="triangle"/>
          </a:ln>
        </p:spPr>
      </p:cxnSp>
      <p:sp>
        <p:nvSpPr>
          <p:cNvPr id="4" name="After"/>
          <p:cNvSpPr/>
          <p:nvPr/>
        </p:nvSpPr>
        <p:spPr>
          <a:xfrm>
            <a:off x="762000" y="857250"/>
            <a:ext cx="190500" cy="285750"/>
          </a:xfrm>
          <a:prstGeom prst="rect">
            <a:avLst/>
          </a:prstGeom>
        </p:spPr>
      </p:sp>
    </p:spTree>
  </p:cSld>
</p:sld>
</file>

<file path=ppt/theme/theme1.xml><?xml version="1.0" encoding="utf-8"?>
<a:theme xmlns:a="http://schemas.openxmlformats.org/drawingml/2006/main" name="Fixture">
  <a:themeElements>
    <a:clrScheme name="Fixture">
      <a:dk1>
        <a:srgbClr val="000000"/>
      </a:dk1>
      <a:lt1>
        <a:srgbClr val="FFFFFF"/>
      </a:lt1>
      <a:dk2>
        <a:srgbClr val="222222"/>
      </a:dk2>
      <a:lt2>
        <a:srgbClr val="EEEEEE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</a:themeElements>
</a:theme>
</file>