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Outer"/>
          <p:cNvGrpSpPr/>
          <p:nvPr/>
        </p:nvGrpSpPr>
        <p:grpSpPr/>
        <p:sp>
          <p:nvSpPr>
            <p:cNvPr id="2" name="Before"/>
            <p:cNvSpPr/>
            <p:nvPr/>
          </p:nvSpPr>
          <p:spPr>
            <a:xfrm>
              <a:off x="0" y="0"/>
              <a:ext cx="190500" cy="285750"/>
            </a:xfrm>
            <a:prstGeom prst="rect">
              <a:avLst/>
            </a:prstGeom>
          </p:spPr>
          <p:txBody>
            <a:bodyPr/>
            <a:lstStyle/>
            <a:p>
              <a:r>
                <a:t>Before</a:t>
              </a:r>
            </a:p>
          </p:txBody>
        </p:sp>
        <p:cxnSp>
          <p:nvCxnSpPr>
            <p:cNvPr id="3" name="Straight Arrow Connector 2"/>
            <p:cNvCxnSpPr>
              <a:stCxn id="2" idx="1"/>
              <a:endCxn id="4" idx="2"/>
            </p:cNvCxnSpPr>
            <p:nvPr/>
          </p:nvCxnSpPr>
          <p:spPr>
            <a:xfrm>
              <a:off x="190500" y="285750"/>
              <a:ext cx="381000" cy="571500"/>
            </a:xfrm>
            <a:prstGeom prst="line">
              <a:avLst/>
            </a:prstGeom>
            <a:ln w="25400">
              <a:solidFill>
                <a:srgbClr val="FF0000"/>
              </a:solidFill>
              <a:tailEnd type="triangle"/>
            </a:ln>
          </p:spPr>
        </p:cxnSp>
        <p:sp>
          <p:nvSpPr>
            <p:cNvPr id="4" name="After"/>
            <p:cNvSpPr/>
            <p:nvPr/>
          </p:nvSpPr>
          <p:spPr>
            <a:xfrm>
              <a:off x="762000" y="857250"/>
              <a:ext cx="190500" cy="285750"/>
            </a:xfrm>
            <a:prstGeom prst="rect">
              <a:avLst/>
            </a:prstGeom>
          </p:spPr>
        </p:sp>
        <p:grpSp>
          <p:nvGrpSpPr>
            <p:cNvPr id="20" name="Inner"/>
            <p:cNvGrpSpPr/>
            <p:nvPr/>
          </p:nvGrpSpPr>
          <p:grpSpPr/>
          <p:cxnSp>
            <p:nvCxnSpPr>
              <p:cNvPr id="21" name="Straight Arrow Connector 2"/>
              <p:cNvCxnSpPr>
                <a:stCxn id="2" idx="1"/>
                <a:endCxn id="4" idx="2"/>
              </p:cNvCxnSpPr>
              <p:nvPr/>
            </p:nvCxnSpPr>
            <p:spPr>
              <a:xfrm>
                <a:off x="190500" y="285750"/>
                <a:ext cx="381000" cy="571500"/>
              </a:xfrm>
              <a:prstGeom prst="line">
                <a:avLst/>
              </a:prstGeom>
              <a:ln w="25400">
                <a:solidFill>
                  <a:srgbClr val="FF0000"/>
                </a:solidFill>
                <a:tailEnd type="triangle"/>
              </a:ln>
            </p:spPr>
          </p:cxnSp>
        </p:grpSp>
      </p:grpSp>
      <p:cxnSp>
        <p:nvCxnSpPr>
          <p:cNvPr id="22" name="Straight Arrow Connector 2"/>
          <p:cNvCxnSpPr>
            <a:stCxn id="2" idx="1"/>
            <a:endCxn id="4" idx="2"/>
          </p:cNvCxnSpPr>
          <p:nvPr/>
        </p:nvCxnSpPr>
        <p:spPr>
          <a:xfrm>
            <a:off x="190500" y="285750"/>
            <a:ext cx="381000" cy="571500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</p:cxnSp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</a:themeElements>
</a:theme>
</file>