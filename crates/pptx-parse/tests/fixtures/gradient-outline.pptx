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radient outline rectangle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 w="76200">
            <a:gradFill>
              <a:gsLst>
                <a:gs pos="0">
                  <a:srgbClr val="C00000"/>
                </a:gs>
                <a:gs pos="50000">
                  <a:srgbClr val="FFC000"/>
                </a:gs>
                <a:gs pos="100000">
                  <a:srgbClr val="1F7A3D"/>
                </a:gs>
              </a:gsLst>
              <a:lin ang="0" scaled="1"/>
            </a:gradFill>
          </a:ln>
        </p:spPr>
        <p:txBody>
          <a:bodyPr/>
          <a:lstStyle/>
          <a:p/>
        </p:txBody>
      </p:sp>
      <p:sp>
        <p:nvSpPr>
          <p:cNvPr id="3" name="Gradient outline line"/>
          <p:cNvSpPr/>
          <p:nvPr/>
        </p:nvSpPr>
        <p:spPr>
          <a:xfrm>
            <a:off x="914400" y="3200400"/>
            <a:ext cx="7315200" cy="0"/>
          </a:xfrm>
          <a:prstGeom prst="line">
            <a:avLst/>
          </a:prstGeom>
          <a:noFill/>
          <a:ln w="76200">
            <a:gradFill>
              <a:gsLst>
                <a:gs pos="0">
                  <a:srgbClr val="C00000"/>
                </a:gs>
                <a:gs pos="50000">
                  <a:srgbClr val="FFC000"/>
                </a:gs>
                <a:gs pos="100000">
                  <a:srgbClr val="1F7A3D"/>
                </a:gs>
              </a:gsLst>
              <a:lin ang="0" scaled="1"/>
            </a:gradFill>
          </a:ln>
        </p:spPr>
        <p:txBody>
          <a:bodyPr/>
          <a:lstStyle/>
          <a:p/>
        </p:txBody>
      </p:sp>
      <p:sp>
        <p:nvSpPr>
          <p:cNvPr id="4" name="Solid outline rectangle"/>
          <p:cNvSpPr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ixtu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