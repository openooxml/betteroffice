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5611"/>
    <p:restoredTop sz="94658"/>
  </p:normalViewPr>
  <p:slideViewPr>
    <p:cSldViewPr>
      <p:cViewPr>
        <p:scale>
          <a:sx n="84" d="100"/>
          <a:sy n="84" d="100"/>
        </p:scale>
        <p:origin x="3200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91C1E-6261-A2EF-D740-0404EA826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02869E-2CE5-34CD-9EF9-FA95C2F8E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E9CDF-9D92-759B-C0B8-5171B003EF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683C21-032E-5B4C-978E-343ACDE4CC3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4DAF9-7E9D-704B-F0FF-5B7BEB873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23557-2125-F906-3F7C-D8C532E5A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9A1A40A-924C-E44E-956B-C100697FA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89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130F19-73DA-5D36-5330-251BAF56F4D3}"/>
              </a:ext>
            </a:extLst>
          </p:cNvPr>
          <p:cNvSpPr/>
          <p:nvPr userDrawn="1"/>
        </p:nvSpPr>
        <p:spPr>
          <a:xfrm>
            <a:off x="-247650" y="-152400"/>
            <a:ext cx="12687300" cy="7162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6065C-B19C-2A5F-F48E-A833C58A1FCA}"/>
              </a:ext>
            </a:extLst>
          </p:cNvPr>
          <p:cNvSpPr txBox="1"/>
          <p:nvPr userDrawn="1"/>
        </p:nvSpPr>
        <p:spPr>
          <a:xfrm>
            <a:off x="0" y="228600"/>
            <a:ext cx="339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TEXT IN THE SLIDE MASTER</a:t>
            </a:r>
          </a:p>
        </p:txBody>
      </p:sp>
    </p:spTree>
    <p:extLst>
      <p:ext uri="{BB962C8B-B14F-4D97-AF65-F5344CB8AC3E}">
        <p14:creationId xmlns:p14="http://schemas.microsoft.com/office/powerpoint/2010/main" val="148288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F69DDCB-B231-7E17-13F0-9D28C6D3A4A0}"/>
              </a:ext>
            </a:extLst>
          </p:cNvPr>
          <p:cNvSpPr/>
          <p:nvPr/>
        </p:nvSpPr>
        <p:spPr>
          <a:xfrm>
            <a:off x="3714750" y="1047750"/>
            <a:ext cx="4762500" cy="4762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Hello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370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Saad</dc:creator>
  <cp:lastModifiedBy>Daniel Saad</cp:lastModifiedBy>
  <cp:revision>3</cp:revision>
  <dcterms:created xsi:type="dcterms:W3CDTF">2026-09-02T14:15:37Z</dcterms:created>
  <dcterms:modified xsi:type="dcterms:W3CDTF">2026-09-02T14:31:24Z</dcterms:modified>
</cp:coreProperties>
</file>