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/>
  <p:notesSz cx="6858000" cy="9144000"/>
  <p:defaultTextStyle>
    <a:lvl1pPr>
      <a:defRPr sz="2400">
        <a:solidFill>
          <a:schemeClr val="dk1"/>
        </a:solidFill>
        <a:latin typeface="Arial"/>
      </a:defRPr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>
      <a:lvl1pPr>
        <a:defRPr>
          <a:solidFill>
            <a:schemeClr val="dk1"/>
          </a:solidFill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GB gradient"/>
          <p:cNvSpPr/>
          <p:nvPr/>
        </p:nvSpPr>
        <p:spPr>
          <a:xfrm>
            <a:off x="250000" y="20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gradFill rotWithShape="1">
                  <a:gsLst>
                    <a:gs pos="100000">
                      <a:srgbClr val="FFFFFF"/>
                    </a:gs>
                    <a:gs pos="0">
                      <a:srgbClr val="FFFFFF"/>
                    </a:gs>
                  </a:gsLst>
                  <a:lin ang="5400000" scaled="1"/>
                </a:gradFill>
                <a:latin typeface="Arial"/>
              </a:rPr>
              <a:t>RGB gradient</a:t>
            </a:r>
            <a:endParaRPr lang="en-US"/>
          </a:p>
        </p:txBody>
      </p:sp>
      <p:sp>
        <p:nvSpPr>
          <p:cNvPr id="3" name="Theme gradient"/>
          <p:cNvSpPr/>
          <p:nvPr/>
        </p:nvSpPr>
        <p:spPr>
          <a:xfrm>
            <a:off x="250000" y="94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gradFill rotWithShape="1">
                  <a:gsLst>
                    <a:gs pos="100000">
                      <a:schemeClr val="lt1"/>
                    </a:gs>
                    <a:gs pos="0">
                      <a:schemeClr val="lt1"/>
                    </a:gs>
                  </a:gsLst>
                  <a:lin ang="5400000" scaled="1"/>
                </a:gradFill>
                <a:latin typeface="Arial"/>
              </a:rPr>
              <a:t>Theme gradient</a:t>
            </a:r>
            <a:endParaRPr lang="en-US"/>
          </a:p>
        </p:txBody>
      </p:sp>
      <p:sp>
        <p:nvSpPr>
          <p:cNvPr id="4" name="Modified gradient"/>
          <p:cNvSpPr/>
          <p:nvPr/>
        </p:nvSpPr>
        <p:spPr>
          <a:xfrm>
            <a:off x="250000" y="168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gradFill rotWithShape="1">
                  <a:gsLst>
                    <a:gs pos="100000">
                      <a:srgbClr val="204060">
                        <a:tint val="50000"/>
                      </a:srgbClr>
                    </a:gs>
                    <a:gs pos="0">
                      <a:srgbClr val="204060">
                        <a:tint val="50000"/>
                      </a:srgbClr>
                    </a:gs>
                  </a:gsLst>
                  <a:lin ang="5400000" scaled="1"/>
                </a:gradFill>
                <a:latin typeface="Arial"/>
              </a:rPr>
              <a:t>Modified gradient</a:t>
            </a:r>
            <a:endParaRPr lang="en-US"/>
          </a:p>
        </p:txBody>
      </p:sp>
      <p:sp>
        <p:nvSpPr>
          <p:cNvPr id="5" name="Unsorted ramp"/>
          <p:cNvSpPr/>
          <p:nvPr/>
        </p:nvSpPr>
        <p:spPr>
          <a:xfrm>
            <a:off x="250000" y="242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gradFill rotWithShape="1">
                  <a:gsLst>
                    <a:gs pos="100000">
                      <a:srgbClr val="FF0000"/>
                    </a:gs>
                    <a:gs pos="0">
                      <a:srgbClr val="00FF00"/>
                    </a:gs>
                  </a:gsLst>
                  <a:lin ang="5400000" scaled="1"/>
                </a:gradFill>
                <a:latin typeface="Arial"/>
              </a:rPr>
              <a:t>Unsorted ramp</a:t>
            </a:r>
            <a:endParaRPr lang="en-US"/>
          </a:p>
        </p:txBody>
      </p:sp>
      <p:sp>
        <p:nvSpPr>
          <p:cNvPr id="6" name="Adjacent gradients"/>
          <p:cNvSpPr/>
          <p:nvPr/>
        </p:nvSpPr>
        <p:spPr>
          <a:xfrm>
            <a:off x="250000" y="316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gradFill rotWithShape="1">
                  <a:gsLst>
                    <a:gs pos="100000">
                      <a:srgbClr val="FF0000"/>
                    </a:gs>
                    <a:gs pos="0">
                      <a:srgbClr val="FFFFFF"/>
                    </a:gs>
                  </a:gsLst>
                  <a:lin ang="5400000" scaled="1"/>
                </a:gradFill>
                <a:latin typeface="Arial"/>
              </a:rPr>
              <a:t>First </a:t>
            </a:r>
            <a:r>
              <a:rPr lang="en-US" sz="2400">
                <a:gradFill rotWithShape="1">
                  <a:gsLst>
                    <a:gs pos="100000">
                      <a:srgbClr val="0000FF"/>
                    </a:gs>
                    <a:gs pos="0">
                      <a:srgbClr val="FFFFFF"/>
                    </a:gs>
                  </a:gsLst>
                  <a:lin ang="5400000" scaled="1"/>
                </a:gradFill>
                <a:latin typeface="Arial"/>
              </a:rPr>
              <a:t>second</a:t>
            </a:r>
            <a:endParaRPr lang="en-US"/>
          </a:p>
        </p:txBody>
      </p:sp>
      <p:sp>
        <p:nvSpPr>
          <p:cNvPr id="7" name="Solid control"/>
          <p:cNvSpPr/>
          <p:nvPr/>
        </p:nvSpPr>
        <p:spPr>
          <a:xfrm>
            <a:off x="250000" y="390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solidFill>
                  <a:srgbClr val="FFFFFF"/>
                </a:solidFill>
                <a:latin typeface="Arial"/>
              </a:rPr>
              <a:t>Solid control</a:t>
            </a:r>
            <a:endParaRPr lang="en-US"/>
          </a:p>
        </p:txBody>
      </p:sp>
      <p:sp>
        <p:nvSpPr>
          <p:cNvPr id="8" name="Inherited control"/>
          <p:cNvSpPr/>
          <p:nvPr/>
        </p:nvSpPr>
        <p:spPr>
          <a:xfrm>
            <a:off x="250000" y="464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latin typeface="Arial"/>
              </a:rPr>
              <a:t>Inherited control</a:t>
            </a:r>
            <a:endParaRPr lang="en-US"/>
          </a:p>
        </p:txBody>
      </p:sp>
      <p:sp>
        <p:nvSpPr>
          <p:cNvPr id="9" name="Empty gradient"/>
          <p:cNvSpPr/>
          <p:nvPr/>
        </p:nvSpPr>
        <p:spPr>
          <a:xfrm>
            <a:off x="250000" y="538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gradFill>
                  <a:gsLst/>
                </a:gradFill>
                <a:latin typeface="Arial"/>
              </a:rPr>
              <a:t>Empty gradient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lid control"/>
          <p:cNvSpPr/>
          <p:nvPr/>
        </p:nvSpPr>
        <p:spPr>
          <a:xfrm>
            <a:off x="250000" y="20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solidFill>
                  <a:srgbClr val="FFFFFF"/>
                </a:solidFill>
                <a:latin typeface="Arial"/>
              </a:rPr>
              <a:t>Solid control</a:t>
            </a:r>
            <a:endParaRPr lang="en-US"/>
          </a:p>
        </p:txBody>
      </p:sp>
      <p:sp>
        <p:nvSpPr>
          <p:cNvPr id="3" name="Inherited control"/>
          <p:cNvSpPr/>
          <p:nvPr/>
        </p:nvSpPr>
        <p:spPr>
          <a:xfrm>
            <a:off x="250000" y="94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latin typeface="Arial"/>
              </a:rPr>
              <a:t>Inherited control</a:t>
            </a:r>
            <a:endParaRPr lang="en-US"/>
          </a:p>
        </p:txBody>
      </p:sp>
      <p:sp>
        <p:nvSpPr>
          <p:cNvPr id="4" name="Empty gradient"/>
          <p:cNvSpPr/>
          <p:nvPr/>
        </p:nvSpPr>
        <p:spPr>
          <a:xfrm>
            <a:off x="250000" y="1680000"/>
            <a:ext cx="8600000" cy="650000"/>
          </a:xfrm>
          <a:prstGeom prst="rect">
            <a:avLst/>
          </a:prstGeom>
          <a:solidFill>
            <a:srgbClr val="A81020"/>
          </a:solidFill>
        </p:spPr>
        <p:txBody>
          <a:bodyPr anchor="ctr"/>
          <a:lstStyle/>
          <a:p>
            <a:r>
              <a:rPr lang="en-US" sz="2400">
                <a:gradFill>
                  <a:gsLst/>
                </a:gradFill>
                <a:latin typeface="Arial"/>
              </a:rPr>
              <a:t>Empty gradient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 repro">
  <a:themeElements>
    <a:clrScheme name="Repro">
      <a:dk1>
        <a:srgbClr val="505050"/>
      </a:dk1>
      <a:lt1>
        <a:srgbClr val="FFFFFF"/>
      </a:lt1>
      <a:dk2>
        <a:srgbClr val="111111"/>
      </a:dk2>
      <a:lt2>
        <a:srgbClr val="EEEEEE"/>
      </a:lt2>
      <a:accent1>
        <a:srgbClr val="204060"/>
      </a:accent1>
      <a:accent2>
        <a:srgbClr val="FF0000"/>
      </a:accent2>
      <a:accent3>
        <a:srgbClr val="00FF00"/>
      </a:accent3>
      <a:accent4>
        <a:srgbClr val="0000FF"/>
      </a:accent4>
      <a:accent5>
        <a:srgbClr val="FFFF00"/>
      </a:accent5>
      <a:accent6>
        <a:srgbClr val="00FFFF"/>
      </a:accent6>
      <a:hlink>
        <a:srgbClr val="0000FF"/>
      </a:hlink>
      <a:folHlink>
        <a:srgbClr val="800080"/>
      </a:folHlink>
    </a:clrScheme>
    <a:fontScheme name="Repr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Repro">
      <a:fillStyleLst/>
      <a:lnStyleLst/>
      <a:effectStyleLst/>
      <a:bgFillStyleLst/>
    </a:fmtScheme>
  </a:themeElements>
</a:theme>
</file>