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heme/theme1.xml" ContentType="application/vnd.openxmlformats-officedocument.them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theme/theme2.xml" ContentType="application/vnd.openxmlformats-officedocument.theme+xml"/>
</Types>
</file>

<file path=_rels/.rels><?xml version="1.0" encoding="UTF-8" standalone="yes"?>
<Relationships xmlns="http://schemas.openxmlformats.org/package/2006/relationships">
  <Relationship Id="rId1" Type="http://schemas.openxmlformats.org/officeDocument/2006/relationships/officeDocument" Target="ppt/presentation.xml"/>
</Relationships>
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  <p:sldMasterId id="2147483649" r:id="rIdAuditMaster2"/>
    <p:sldMasterId id="2147483650" r:id="rIdAuditMaster3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AuditSlide9"/>
    <p:sldId id="265" r:id="rIdAuditSlide10"/>
  </p:sldIdLst>
  <p:sldSz cx="12192000" cy="6858000"/>
  <p:notesSz cx="6858000" cy="9144000"/>
</p:presentation>
</file>

<file path=ppt/_rels/presentation.xml.rels><?xml version="1.0" encoding="UTF-8" standalone="yes"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theme" Target="theme/theme1.xml"/><Relationship Id="rIdAuditSlide9" Type="http://schemas.openxmlformats.org/officeDocument/2006/relationships/slide" Target="slides/slide9.xml"/><Relationship Id="rIdAuditSlide10" Type="http://schemas.openxmlformats.org/officeDocument/2006/relationships/slide" Target="slides/slide10.xml"/><Relationship Id="rIdAuditMaster2" Type="http://schemas.openxmlformats.org/officeDocument/2006/relationships/slideMaster" Target="slideMasters/slideMaster2.xml"/><Relationship Id="rIdAuditMaster3" Type="http://schemas.openxmlformats.org/officeDocument/2006/relationships/slideMaster" Target="slideMasters/slideMaster3.xml"/></Relationships>

</file>

<file path=ppt/slideLayouts/_rels/slideLayout1.xml.rels><?xml version="1.0" encoding="UTF-8" standalone="yes"?>
<Relationships xmlns="http://schemas.openxmlformats.org/package/2006/relationships">
  <Relationship Id="rId1" Type="http://schemas.openxmlformats.org/officeDocument/2006/relationships/slideMaster" Target="../slideMasters/slideMaster1.xml"/>
</Relationships>

</file>

<file path=ppt/slideLayouts/_rels/slideLayout2.xml.rels><?xml version="1.0" encoding="UTF-8"?>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.xml.rels><?xml version="1.0" encoding="UTF-8"?>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Review layout">
    <p:spTree>
      <p:nvGrpSpPr>
        <p:cNvPr id="1" name=""/>
        <p:cNvGrpSpPr/>
        <p:nvPr/>
      </p:nvGrpSpPr>
      <p:grpSpPr/>
      <p:sp>
        <p:nvSpPr>
          <p:cNvPr id="2" name="Title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anchor="ctr"/>
          <a:lstStyle/>
          <a:p>
            <a:pPr algn="l">
              <a:defRPr sz="2400">
                <a:solidFill>
                  <a:srgbClr val="0070C0"/>
                </a:solidFill>
              </a:defRPr>
            </a:pPr>
            <a:endParaRPr lang="en-US"/>
          </a:p>
        </p:txBody>
      </p:sp>
      <p:sp>
        <p:nvSpPr>
          <p:cNvPr id="3" name="Body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/>
          <a:lstStyle/>
          <a:p>
            <a:pPr>
              <a:defRPr sz="1600">
                <a:solidFill>
                  <a:srgbClr val="C00000"/>
                </a:solidFill>
              </a:defRPr>
            </a:pPr>
            <a:endParaRPr lang="en-US"/>
          </a:p>
        </p:txBody>
      </p:sp>
      <p:sp>
        <p:nvSpPr>
          <p:cNvPr id="4" name="Body 2"/>
          <p:cNvSpPr>
            <a:spLocks noGrp="1"/>
          </p:cNvSpPr>
          <p:nvPr>
            <p:ph type="body" idx="2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/>
          <a:lstStyle/>
          <a:p>
            <a:pPr>
              <a:defRPr sz="1600"/>
            </a:pPr>
            <a:endParaRPr lang="en-US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Review layout">
    <p:spTree>
      <p:nvGrpSpPr>
        <p:cNvPr id="1" name=""/>
        <p:cNvGrpSpPr/>
        <p:nvPr/>
      </p:nvGrpSpPr>
      <p:grpSpPr/>
      <p:sp>
        <p:nvSpPr>
          <p:cNvPr id="2" name="scheme"/>
          <p:cNvSpPr/>
          <p:nvPr/>
        </p:nvSpPr>
        <p:spPr>
          <a:xfrm>
            <a:off x="914400" y="2200000"/>
            <a:ext cx="5486400" cy="2200000"/>
          </a:xfrm>
          <a:prstGeom prst="rect">
            <a:avLst/>
          </a:prstGeom>
          <a:solidFill>
            <a:schemeClr val="accent1"/>
          </a:solidFill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2"/>
          </a:fontRef>
        </p:style>
        <p:txBody>
          <a:bodyPr/>
          <a:p>
            <a:r>
              <a:t>layout theme</a:t>
            </a:r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Review layout">
    <p:spTree>
      <p:nvGrpSpPr>
        <p:cNvPr id="1" name=""/>
        <p:cNvGrpSpPr/>
        <p:nvPr/>
      </p:nvGrpSpPr>
      <p:grpSpPr/>
      <p:sp>
        <p:nvSpPr>
          <p:cNvPr id="4" name="Body 2"/>
          <p:cNvSpPr>
            <a:spLocks noGrp="1"/>
          </p:cNvSpPr>
          <p:nvPr>
            <p:ph type="body" idx="2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/>
          <a:lstStyle/>
          <a:p>
            <a:pPr>
              <a:defRPr sz="1600"/>
            </a:pPr>
            <a:endParaRPr lang="en-US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Masters/_rels/slideMaster1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theme" Target="../theme/theme1.xml"/>
</Relationships>

</file>

<file path=ppt/slideMasters/_rels/slideMaster2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theme" Target="../theme/theme2.xml"/></Relationships>
</file>

<file path=ppt/slideMasters/_rels/slideMaster3.xml.rels><?xml version="1.0" encoding="UTF-8"?>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>
      <a:lvl1pPr algn="l">
        <a:defRPr sz="3200" b="1">
          <a:solidFill>
            <a:schemeClr val="dk1"/>
          </a:solidFill>
          <a:latin typeface="+mj-lt"/>
        </a:defRPr>
      </a:lvl1pPr>
    </p:titleStyle>
    <p:bodyStyle>
      <a:lvl1pPr marL="342900" indent="-342900">
        <a:buChar char="•"/>
        <a:defRPr sz="1800">
          <a:solidFill>
            <a:schemeClr val="dk1"/>
          </a:solidFill>
          <a:latin typeface="+mn-lt"/>
        </a:defRPr>
      </a:lvl1pPr>
    </p:bodyStyle>
    <p:otherStyle>
      <a:lvl1pPr>
        <a:defRPr sz="1800">
          <a:solidFill>
            <a:srgbClr val="595959"/>
          </a:solidFill>
          <a:latin typeface="+mn-lt"/>
        </a:defRPr>
      </a:lvl1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cheme"/>
          <p:cNvSpPr/>
          <p:nvPr/>
        </p:nvSpPr>
        <p:spPr>
          <a:xfrm>
            <a:off x="914400" y="3500000"/>
            <a:ext cx="5486400" cy="3500000"/>
          </a:xfrm>
          <a:prstGeom prst="rect">
            <a:avLst/>
          </a:prstGeom>
          <a:solidFill>
            <a:schemeClr val="accent1"/>
          </a:solidFill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accent2"/>
          </a:fontRef>
        </p:style>
        <p:txBody>
          <a:bodyPr/>
          <a:p>
            <a:r>
              <a:t>master theme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>
      <a:lvl1pPr algn="l">
        <a:defRPr sz="3200" b="1">
          <a:solidFill>
            <a:schemeClr val="dk1"/>
          </a:solidFill>
          <a:latin typeface="+mj-lt"/>
        </a:defRPr>
      </a:lvl1pPr>
    </p:titleStyle>
    <p:bodyStyle>
      <a:lvl1pPr marL="342900" indent="-342900">
        <a:buChar char="•"/>
        <a:defRPr sz="1800">
          <a:solidFill>
            <a:schemeClr val="dk1"/>
          </a:solidFill>
          <a:latin typeface="+mn-lt"/>
        </a:defRPr>
      </a:lvl1pPr>
    </p:bodyStyle>
    <p:otherStyle>
      <a:lvl1pPr>
        <a:defRPr sz="1800">
          <a:solidFill>
            <a:srgbClr val="595959"/>
          </a:solidFill>
          <a:latin typeface="+mn-lt"/>
        </a:defRPr>
      </a:lvl1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" name="Body 2"/>
          <p:cNvSpPr>
            <a:spLocks noGrp="1"/>
          </p:cNvSpPr>
          <p:nvPr>
            <p:ph type="body" idx="2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/>
          <a:lstStyle/>
          <a:p>
            <a:pPr>
              <a:defRPr sz="1600">
                <a:solidFill>
                  <a:srgbClr val="7030A0"/>
                </a:solidFill>
              </a:defRPr>
            </a:pPr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>
      <a:lvl1pPr algn="l">
        <a:defRPr sz="3200" b="1">
          <a:solidFill>
            <a:schemeClr val="dk1"/>
          </a:solidFill>
          <a:latin typeface="+mj-lt"/>
        </a:defRPr>
      </a:lvl1pPr>
    </p:titleStyle>
    <p:bodyStyle>
      <a:lvl1pPr marL="342900" indent="-342900">
        <a:buChar char="•"/>
        <a:defRPr sz="1800">
          <a:solidFill>
            <a:schemeClr val="dk1"/>
          </a:solidFill>
          <a:latin typeface="+mn-lt"/>
        </a:defRPr>
      </a:lvl1pPr>
    </p:bodyStyle>
    <p:otherStyle>
      <a:lvl1pPr>
        <a:defRPr sz="1800">
          <a:solidFill>
            <a:srgbClr val="595959"/>
          </a:solidFill>
          <a:latin typeface="+mn-lt"/>
        </a:defRPr>
      </a:lvl1pPr>
    </p:otherStyle>
  </p:txStyles>
</p:sldMaster>
</file>

<file path=ppt/slides/_rels/slide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/Relationships>

</file>

<file path=ppt/slides/_rels/slide2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/Relationships>

</file>

<file path=ppt/slides/_rels/slide3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/Relationships>

</file>

<file path=ppt/slides/_rels/slide4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/Relationships>

</file>

<file path=ppt/slides/_rels/slide5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/Relationships>

</file>

<file path=ppt/slides/_rels/slide6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/Relationships>

</file>

<file path=ppt/slides/_rels/slide7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/Relationships>

</file>

<file path=ppt/slides/_rels/slide8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/Relationships>

</file>

<file path=ppt/slides/_rels/slide9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?>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cheme"/>
          <p:cNvSpPr/>
          <p:nvPr/>
        </p:nvSpPr>
        <p:spPr>
          <a:xfrm>
            <a:off x="914400" y="914400"/>
            <a:ext cx="5486400" cy="914400"/>
          </a:xfrm>
          <a:prstGeom prst="rect">
            <a:avLst/>
          </a:prstGeom>
          <a:solidFill>
            <a:schemeClr val="accent1"/>
          </a:solidFill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p>
            <a:r>
              <a:t>fontRef lt1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rgb"/>
          <p:cNvSpPr/>
          <p:nvPr/>
        </p:nvSpPr>
        <p:spPr>
          <a:xfrm>
            <a:off x="914400" y="914400"/>
            <a:ext cx="5486400" cy="914400"/>
          </a:xfrm>
          <a:prstGeom prst="rect">
            <a:avLst/>
          </a:prstGeom>
          <a:solidFill>
            <a:schemeClr val="accent1"/>
          </a:solidFill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rgbClr val="FF0000"/>
          </a:fontRef>
        </p:style>
        <p:txBody>
          <a:bodyPr/>
          <a:p>
            <a:r>
              <a:t>fontRef FF0000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un"/>
          <p:cNvSpPr/>
          <p:nvPr/>
        </p:nvSpPr>
        <p:spPr>
          <a:xfrm>
            <a:off x="914400" y="914400"/>
            <a:ext cx="5486400" cy="914400"/>
          </a:xfrm>
          <a:prstGeom prst="rect">
            <a:avLst/>
          </a:prstGeom>
          <a:solidFill>
            <a:schemeClr val="accent1"/>
          </a:solidFill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p>
            <a:r>
              <a:rPr lang="en-US">
                <a:solidFill>
                  <a:srgbClr val="00B050"/>
                </a:solidFill>
              </a:rPr>
              <a:t>run 00B050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paragraph"/>
          <p:cNvSpPr/>
          <p:nvPr/>
        </p:nvSpPr>
        <p:spPr>
          <a:xfrm>
            <a:off x="914400" y="914400"/>
            <a:ext cx="5486400" cy="914400"/>
          </a:xfrm>
          <a:prstGeom prst="rect">
            <a:avLst/>
          </a:prstGeom>
          <a:solidFill>
            <a:schemeClr val="accent1"/>
          </a:solidFill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p>
            <a:pPr>
              <a:defRPr>
                <a:solidFill>
                  <a:srgbClr val="0070C0"/>
                </a:solidFill>
              </a:defRPr>
            </a:pPr>
            <a:r>
              <a:t>paragraph 0070C0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placeholder"/>
          <p:cNvSpPr/>
          <p:nvPr>
            <p:ph type="title"/>
          </p:nvPr>
        </p:nvSpPr>
        <p:spPr>
          <a:xfrm>
            <a:off x="914400" y="914400"/>
            <a:ext cx="5486400" cy="914400"/>
          </a:xfrm>
          <a:prstGeom prst="rect">
            <a:avLst/>
          </a:prstGeom>
          <a:solidFill>
            <a:schemeClr val="accent1"/>
          </a:solidFill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p>
            <a:r>
              <a:t>layout title 0070C0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empty"/>
          <p:cNvSpPr/>
          <p:nvPr/>
        </p:nvSpPr>
        <p:spPr>
          <a:xfrm>
            <a:off x="914400" y="914400"/>
            <a:ext cx="5486400" cy="914400"/>
          </a:xfrm>
          <a:prstGeom prst="rect">
            <a:avLst/>
          </a:prstGeom>
          <a:solidFill>
            <a:schemeClr val="accent1"/>
          </a:solidFill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/>
          <a:p>
            <a:r>
              <a:t>fontRef without colour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plain"/>
          <p:cNvSpPr/>
          <p:nvPr/>
        </p:nvSpPr>
        <p:spPr>
          <a:xfrm>
            <a:off x="914400" y="914400"/>
            <a:ext cx="5486400" cy="914400"/>
          </a:xfrm>
          <a:prstGeom prst="rect">
            <a:avLst/>
          </a:prstGeom>
          <a:solidFill>
            <a:schemeClr val="accent1"/>
          </a:solidFill>
        </p:spPr>
        <p:txBody>
          <a:bodyPr/>
          <a:p>
            <a:r>
              <a:t>no style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placeholder-default"/>
          <p:cNvSpPr/>
          <p:nvPr>
            <p:ph type="body" idx="2"/>
          </p:nvPr>
        </p:nvSpPr>
        <p:spPr>
          <a:xfrm>
            <a:off x="914400" y="914400"/>
            <a:ext cx="5486400" cy="914400"/>
          </a:xfrm>
          <a:prstGeom prst="rect">
            <a:avLst/>
          </a:prstGeom>
          <a:solidFill>
            <a:schemeClr val="accent1"/>
          </a:solidFill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p>
            <a:r>
              <a:t>layout body without colour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cheme"/>
          <p:cNvSpPr/>
          <p:nvPr/>
        </p:nvSpPr>
        <p:spPr>
          <a:xfrm>
            <a:off x="914400" y="914400"/>
            <a:ext cx="5486400" cy="914400"/>
          </a:xfrm>
          <a:prstGeom prst="rect">
            <a:avLst/>
          </a:prstGeom>
          <a:solidFill>
            <a:schemeClr val="accent1"/>
          </a:solidFill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p>
            <a:r>
              <a:t>second theme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placeholder-default"/>
          <p:cNvSpPr/>
          <p:nvPr>
            <p:ph type="body" idx="2"/>
          </p:nvPr>
        </p:nvSpPr>
        <p:spPr>
          <a:xfrm>
            <a:off x="914400" y="914400"/>
            <a:ext cx="5486400" cy="2743200"/>
          </a:xfrm>
          <a:prstGeom prst="rect">
            <a:avLst/>
          </a:prstGeom>
          <a:solidFill>
            <a:schemeClr val="accent1"/>
          </a:solidFill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p>
            <a:r>
              <a:t>master placeholder</a:t>
            </a:r>
          </a:p>
          <a:p>
            <a:pPr>
              <a:defRPr>
                <a:solidFill>
                  <a:srgbClr val="0070C0"/>
                </a:solidFill>
              </a:defRPr>
            </a:pPr>
            <a:r>
              <a:t>paragraph default</a:t>
            </a:r>
          </a:p>
          <a:p>
            <a:pPr>
              <a:defRPr>
                <a:solidFill>
                  <a:srgbClr val="0070C0"/>
                </a:solidFill>
              </a:defRPr>
            </a:pPr>
            <a:r>
              <a:rPr>
                <a:solidFill>
                  <a:srgbClr val="00B050"/>
                </a:solidFill>
              </a:rPr>
              <a:t>explicit run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Review">
  <a:themeElements>
    <a:clrScheme name="Review">
      <a:dk1>
        <a:sysClr val="windowText" lastClr="000000"/>
      </a:dk1>
      <a:lt1>
        <a:srgbClr val="EEEEEE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Review">
      <a:majorFont>
        <a:latin typeface="Calibri Light"/>
        <a:ea typeface=""/>
        <a:cs typeface=""/>
      </a:majorFont>
      <a:minorFont>
        <a:latin typeface="Calibri"/>
        <a:ea typeface=""/>
        <a:cs typeface=""/>
      </a:minorFont>
    </a:fontScheme>
    <a:fmtScheme name="Review"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>
          <a:solidFill>
            <a:schemeClr val="phClr"/>
          </a:solidFill>
        </a:ln>
        <a:ln w="12700">
          <a:solidFill>
            <a:schemeClr val="phClr"/>
          </a:solidFill>
        </a:ln>
        <a:ln w="19050">
          <a:solidFill>
            <a:schemeClr val="phClr"/>
          </a:solidFill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ppt/theme/theme2.xml><?xml version="1.0" encoding="utf-8"?>
<a:theme xmlns:a="http://schemas.openxmlformats.org/drawingml/2006/main" name="Review">
  <a:themeElements>
    <a:clrScheme name="Review">
      <a:dk1>
        <a:sysClr val="windowText" lastClr="000000"/>
      </a:dk1>
      <a:lt1>
        <a:srgbClr val="123456"/>
      </a:lt1>
      <a:dk2>
        <a:srgbClr val="44546A"/>
      </a:dk2>
      <a:lt2>
        <a:srgbClr val="234567"/>
      </a:lt2>
      <a:accent1>
        <a:srgbClr val="4472C4"/>
      </a:accent1>
      <a:accent2>
        <a:srgbClr val="345678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Review">
      <a:majorFont>
        <a:latin typeface="Calibri Light"/>
        <a:ea typeface=""/>
        <a:cs typeface=""/>
      </a:majorFont>
      <a:minorFont>
        <a:latin typeface="Calibri"/>
        <a:ea typeface=""/>
        <a:cs typeface=""/>
      </a:minorFont>
    </a:fontScheme>
    <a:fmtScheme name="Review"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>
          <a:solidFill>
            <a:schemeClr val="phClr"/>
          </a:solidFill>
        </a:ln>
        <a:ln w="12700">
          <a:solidFill>
            <a:schemeClr val="phClr"/>
          </a:solidFill>
        </a:ln>
        <a:ln w="19050">
          <a:solidFill>
            <a:schemeClr val="phClr"/>
          </a:solidFill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