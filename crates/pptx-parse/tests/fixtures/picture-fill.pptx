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4572000" cy="257175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Relationships xmlns="http://schemas.openxmlformats.org/package/2006/relationships"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ing"/>
          <p:cNvSpPr/>
          <p:nvPr/>
        </p:nvSpPr>
        <p:spPr>
          <a:xfrm>
            <a:off x="190500" y="190500"/>
            <a:ext cx="1905000" cy="1905000"/>
          </a:xfrm>
          <a:custGeom>
            <a:avLst/>
            <a:pathLst>
              <a:path w="200" h="200">
                <a:moveTo>
                  <a:pt x="0" y="0"/>
                </a:moveTo>
                <a:lnTo>
                  <a:pt x="200" y="0"/>
                </a:lnTo>
                <a:lnTo>
                  <a:pt x="200" y="200"/>
                </a:lnTo>
                <a:lnTo>
                  <a:pt x="0" y="200"/>
                </a:lnTo>
                <a:close/>
                <a:moveTo>
                  <a:pt x="50" y="50"/>
                </a:moveTo>
                <a:lnTo>
                  <a:pt x="50" y="150"/>
                </a:lnTo>
                <a:lnTo>
                  <a:pt x="150" y="150"/>
                </a:lnTo>
                <a:lnTo>
                  <a:pt x="150" y="5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  <a:ln>
            <a:noFill/>
          </a:ln>
        </p:spPr>
      </p:sp>
      <p:sp>
        <p:nvSpPr>
          <p:cNvPr id="3" name="Banded ellipse"/>
          <p:cNvSpPr/>
          <p:nvPr/>
        </p:nvSpPr>
        <p:spPr>
          <a:xfrm>
            <a:off x="2381250" y="190500"/>
            <a:ext cx="1905000" cy="1905000"/>
          </a:xfrm>
          <a:prstGeom prst="ellipse">
            <a:avLst/>
          </a:prstGeom>
          <a:blipFill>
            <a:blip r:embed="rId1"/>
            <a:srcRect l="10000" r="20000"/>
            <a:stretch>
              <a:fillRect l="-50000"/>
            </a:stretch>
          </a:blipFill>
          <a:ln w="19050">
            <a:solidFill>
              <a:srgbClr val="2563EB"/>
            </a:solidFill>
          </a:ln>
        </p:spPr>
      </p:sp>
      <p:sp>
        <p:nvSpPr>
          <p:cNvPr id="4" name="Tiled"/>
          <p:cNvSpPr/>
          <p:nvPr/>
        </p:nvSpPr>
        <p:spPr>
          <a:xfrm>
            <a:off x="190500" y="2190750"/>
            <a:ext cx="952500" cy="285750"/>
          </a:xfrm>
          <a:prstGeom prst="rect">
            <a:avLst/>
          </a:prstGeom>
          <a:blipFill>
            <a:blip r:embed="rId1"/>
            <a:tile tx="0" ty="0" sx="100000" sy="100000" algn="tl"/>
          </a:blipFill>
          <a:ln>
            <a:noFill/>
          </a:ln>
        </p:spPr>
      </p:sp>
    </p:spTree>
  </p:cSld>
</p:sld>
</file>