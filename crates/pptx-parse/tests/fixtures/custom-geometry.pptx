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4572000" cy="257175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ixed paths"/>
          <p:cNvSpPr/>
          <p:nvPr/>
        </p:nvSpPr>
        <p:spPr>
          <a:xfrm>
            <a:off x="190500" y="190500"/>
            <a:ext cx="1905000" cy="952500"/>
          </a:xfrm>
          <a:custGeom>
            <a:avLst/>
            <a:gdLst/>
            <a:ahLst/>
            <a:cxnLst/>
            <a:rect l="0" t="0" r="r" b="b"/>
            <a:pathLst>
              <a:path w="200" h="100">
                <a:moveTo>
                  <a:pt x="20" y="10"/>
                </a:moveTo>
                <a:lnTo>
                  <a:pt x="180" y="10"/>
                </a:lnTo>
                <a:cubicBezTo>
                  <a:pt x="180" y="40"/>
                  <a:pt x="120" y="100"/>
                  <a:pt x="100" y="80"/>
                </a:cubicBezTo>
                <a:quadBezTo>
                  <a:pt x="40" y="100"/>
                  <a:pt x="20" y="50"/>
                </a:quadBezTo>
                <a:close/>
              </a:path>
              <a:path w="400" h="200" fill="none" stroke="1">
                <a:moveTo>
                  <a:pt x="40" y="100"/>
                </a:moveTo>
                <a:lnTo>
                  <a:pt x="360" y="100"/>
                </a:lnTo>
              </a:path>
              <a:path w="100" h="50" stroke="0">
                <a:moveTo>
                  <a:pt x="50" y="5"/>
                </a:moveTo>
                <a:lnTo>
                  <a:pt x="90" y="45"/>
                </a:lnTo>
                <a:lnTo>
                  <a:pt x="10" y="45"/>
                </a:lnTo>
                <a:close/>
              </a:path>
              <a:path w="200" h="100" fill="none" stroke="false">
                <a:moveTo>
                  <a:pt x="0" y="0"/>
                </a:moveTo>
                <a:lnTo>
                  <a:pt x="200" y="100"/>
                </a:lnTo>
              </a:path>
            </a:pathLst>
          </a:custGeom>
          <a:solidFill>
            <a:srgbClr val="DC2626"/>
          </a:solidFill>
          <a:ln w="19050">
            <a:solidFill>
              <a:srgbClr val="2563EB"/>
            </a:solidFill>
          </a:ln>
        </p:spPr>
      </p:sp>
      <p:sp>
        <p:nvSpPr>
          <p:cNvPr id="3" name="Quarter ellipse"/>
          <p:cNvSpPr/>
          <p:nvPr/>
        </p:nvSpPr>
        <p:spPr>
          <a:xfrm>
            <a:off x="2476500" y="190500"/>
            <a:ext cx="1905000" cy="952500"/>
          </a:xfrm>
          <a:custGeom>
            <a:avLst/>
            <a:gdLst/>
            <a:ahLst/>
            <a:cxnLst/>
            <a:rect l="0" t="0" r="r" b="b"/>
            <a:pathLst>
              <a:path w="200" h="100">
                <a:moveTo>
                  <a:pt x="180" y="20"/>
                </a:moveTo>
                <a:arcTo wR="80" hR="30" stAng="0" swAng="5400000"/>
                <a:lnTo>
                  <a:pt x="100" y="20"/>
                </a:lnTo>
                <a:close/>
              </a:path>
            </a:pathLst>
          </a:custGeom>
          <a:solidFill>
            <a:srgbClr val="16A34A"/>
          </a:solidFill>
          <a:ln w="19050">
            <a:solidFill>
              <a:srgbClr val="2563EB"/>
            </a:solidFill>
          </a:ln>
        </p:spPr>
      </p:sp>
      <p:sp>
        <p:nvSpPr>
          <p:cNvPr id="4" name="Missing path list"/>
          <p:cNvSpPr/>
          <p:nvPr/>
        </p:nvSpPr>
        <p:spPr>
          <a:xfrm>
            <a:off x="190500" y="1524000"/>
            <a:ext cx="952500" cy="666750"/>
          </a:xfrm>
          <a:custGeom/>
          <a:solidFill>
            <a:srgbClr val="F59E0B"/>
          </a:solidFill>
          <a:ln w="19050">
            <a:solidFill>
              <a:srgbClr val="2563EB"/>
            </a:solidFill>
          </a:ln>
        </p:spPr>
      </p:sp>
      <p:sp>
        <p:nvSpPr>
          <p:cNvPr id="5" name="Unresolved guide"/>
          <p:cNvSpPr/>
          <p:nvPr/>
        </p:nvSpPr>
        <p:spPr>
          <a:xfrm>
            <a:off x="1524000" y="1524000"/>
            <a:ext cx="952500" cy="666750"/>
          </a:xfrm>
          <a:custGeom>
            <a:avLst/>
            <a:gdLst/>
            <a:ahLst/>
            <a:cxnLst/>
            <a:rect l="0" t="0" r="r" b="b"/>
            <a:pathLst>
              <a:path w="200" h="100">
                <a:moveTo>
                  <a:pt x="0" y="0"/>
                </a:moveTo>
                <a:lnTo>
                  <a:pt x="x1" y="100"/>
                </a:lnTo>
              </a:path>
            </a:pathLst>
          </a:custGeom>
          <a:solidFill>
            <a:srgbClr val="F59E0B"/>
          </a:solidFill>
          <a:ln w="19050">
            <a:solidFill>
              <a:srgbClr val="2563EB"/>
            </a:solidFill>
          </a:ln>
        </p:spPr>
      </p:sp>
      <p:sp>
        <p:nvSpPr>
          <p:cNvPr id="6" name="Preset ellipse"/>
          <p:cNvSpPr/>
          <p:nvPr/>
        </p:nvSpPr>
        <p:spPr>
          <a:xfrm>
            <a:off x="2857500" y="1524000"/>
            <a:ext cx="952500" cy="66675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2563EB"/>
            </a:solidFill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reset rectangle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solidFill>
            <a:srgbClr val="F59E0B"/>
          </a:solidFill>
          <a:ln w="19050">
            <a:solidFill>
              <a:srgbClr val="2563EB"/>
            </a:solidFill>
          </a:ln>
        </p:spPr>
      </p:sp>
      <p:sp>
        <p:nvSpPr>
          <p:cNvPr id="3" name="Preset ellipse"/>
          <p:cNvSpPr/>
          <p:nvPr/>
        </p:nvSpPr>
        <p:spPr>
          <a:xfrm>
            <a:off x="2476500" y="381000"/>
            <a:ext cx="1524000" cy="95250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2563EB"/>
            </a:solidFill>
          </a:ln>
        </p:spPr>
      </p:sp>
    </p:spTree>
  </p:cSld>
</p:sld>
</file>