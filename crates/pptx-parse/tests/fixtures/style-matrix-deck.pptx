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heme/theme1.xml" ContentType="application/vnd.openxmlformats-officedocument.theme+xml"/>
  <ns0:Default Extension="png" ContentType="image/png"/>
</ns0: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lvl1pPr algn="l">
      <a:defRPr sz="1800">
        <a:solidFill>
          <a:schemeClr val="tx1"/>
        </a:solidFill>
        <a:latin typeface="+mn-lt"/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obj" preserve="1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50"/>
          <p:cNvSpPr/>
          <p:nvPr>
            <p:ph idx="50"/>
          </p:nvPr>
        </p:nvSpPr>
        <p:spPr>
          <a:xfrm>
            <a:off x="2000000" y="5000000"/>
            <a:ext cx="1000000" cy="1000000"/>
          </a:xfrm>
          <a:prstGeom prst="rect">
            <a:avLst/>
          </a:prstGeom>
          <a:solidFill>
            <a:srgbClr val="334455"/>
          </a:solidFill>
          <a:ln w="76200">
            <a:solidFill>
              <a:srgbClr val="667788"/>
            </a:solidFill>
          </a:ln>
        </p:spPr>
        <p:style>
          <a:lnRef idx="3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Placeholder51"/>
          <p:cNvSpPr/>
          <p:nvPr>
            <p:ph idx="51"/>
          </p:nvPr>
        </p:nvSpPr>
        <p:spPr>
          <a:xfrm>
            <a:off x="3500000" y="5000000"/>
            <a:ext cx="1000000" cy="1000000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Placeholder52"/>
          <p:cNvSpPr/>
          <p:nvPr>
            <p:ph idx="52"/>
          </p:nvPr>
        </p:nvSpPr>
        <p:spPr>
          <a:xfrm>
            <a:off x="5000000" y="5000000"/>
            <a:ext cx="1000000" cy="1000000"/>
          </a:xfrm>
          <a:prstGeom prst="rect">
            <a:avLst/>
          </a:prstGeom>
        </p:spPr>
        <p:style>
          <a:lnRef idx="3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yled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 anchor="ctr"/>
          <a:lstStyle/>
          <a:p>
            <a:pPr>
              <a:defRPr>
                <a:solidFill>
                  <a:srgbClr val="FF00FF"/>
                </a:solidFill>
              </a:defRPr>
            </a:pPr>
            <a:r>
              <a:rPr lang="en-US"/>
              <a:t>Layout title</a:t>
            </a:r>
          </a:p>
        </p:txBody>
      </p:sp>
      <p:sp>
        <p:nvSpPr>
          <p:cNvPr id="3" name="LayoutFilled"/>
          <p:cNvSpPr/>
          <p:nvPr>
            <p:ph idx="1"/>
          </p:nvPr>
        </p:nvSpPr>
        <p:spPr>
          <a:xfrm>
            <a:off x="500000" y="2000000"/>
            <a:ext cx="1000000" cy="1000000"/>
          </a:xfrm>
          <a:prstGeom prst="rect">
            <a:avLst/>
          </a:prstGeom>
          <a:solidFill>
            <a:srgbClr val="00FF00"/>
          </a:solidFill>
        </p:spPr>
        <p:txBody>
          <a:bodyPr rtlCol="0" anchor="ctr"/>
          <a:lstStyle/>
          <a:p>
            <a:r>
              <a:rPr lang="en-US"/>
              <a:t>Layout filled</a:t>
            </a:r>
          </a:p>
        </p:txBody>
      </p:sp>
      <p:sp>
        <p:nvSpPr>
          <p:cNvPr id="4" name="LayoutStyled"/>
          <p:cNvSpPr/>
          <p:nvPr>
            <p:ph idx="2"/>
          </p:nvPr>
        </p:nvSpPr>
        <p:spPr>
          <a:xfrm>
            <a:off x="2000000" y="2000000"/>
            <a:ext cx="1000000" cy="1000000"/>
          </a:xfrm>
          <a:prstGeom prst="rect">
            <a:avLst/>
          </a:prstGeom>
        </p:spPr>
        <p:style>
          <a:lnRef idx="0">
            <a:schemeClr val="accent6"/>
          </a:lnRef>
          <a:fillRef idx="1">
            <a:schemeClr val="accent6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Layout styled</a:t>
            </a:r>
          </a:p>
        </p:txBody>
      </p:sp>
      <p:sp>
        <p:nvSpPr>
          <p:cNvPr id="5" name="LayoutFilledToo"/>
          <p:cNvSpPr/>
          <p:nvPr>
            <p:ph idx="3"/>
          </p:nvPr>
        </p:nvSpPr>
        <p:spPr>
          <a:xfrm>
            <a:off x="3500000" y="2000000"/>
            <a:ext cx="1000000" cy="1000000"/>
          </a:xfrm>
          <a:prstGeom prst="rect">
            <a:avLst/>
          </a:prstGeom>
          <a:solidFill>
            <a:srgbClr val="00FF00"/>
          </a:solidFill>
        </p:spPr>
        <p:txBody>
          <a:bodyPr rtlCol="0" anchor="ctr"/>
          <a:lstStyle/>
          <a:p>
            <a:r>
              <a:rPr lang="en-US"/>
              <a:t>Layout filled too</a:t>
            </a:r>
          </a:p>
        </p:txBody>
      </p:sp>
      <p:sp>
        <p:nvSpPr>
          <p:cNvPr id="6" name="LayoutPlain"/>
          <p:cNvSpPr/>
          <p:nvPr>
            <p:ph idx="4"/>
          </p:nvPr>
        </p:nvSpPr>
        <p:spPr>
          <a:xfrm>
            <a:off x="5000000" y="2000000"/>
            <a:ext cx="1000000" cy="1000000"/>
          </a:xfrm>
          <a:prstGeom prst="rect">
            <a:avLst/>
          </a:prstGeom>
        </p:spPr>
        <p:txBody>
          <a:bodyPr rtlCol="0" anchor="ctr"/>
          <a:lstStyle/>
          <a:p>
            <a:r>
              <a:rPr lang="en-US"/>
              <a:t>Layout plain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slideLayout" Target="../slideLayouts/slideLayout2.xml" /><ns0:Relationship Id="rId3" Type="http://schemas.openxmlformats.org/officeDocument/2006/relationships/theme" Target="../theme/theme1.xml" /><ns0:Relationship Id="rIdPicture" Type="http://schemas.openxmlformats.org/officeDocument/2006/relationships/image" Target="../media/white.png" /></ns0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52"/>
          <p:cNvSpPr/>
          <p:nvPr>
            <p:ph idx="52"/>
          </p:nvPr>
        </p:nvSpPr>
        <p:spPr>
          <a:xfrm>
            <a:off x="5000000" y="5000000"/>
            <a:ext cx="1000000" cy="1000000"/>
          </a:xfrm>
          <a:prstGeom prst="rect">
            <a:avLst/>
          </a:prstGeom>
          <a:solidFill>
            <a:srgbClr val="ABCDEF"/>
          </a:solidFill>
        </p:spPr>
        <p:style>
          <a:lnRef idx="3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4" name="MasterPictureLine"/>
          <p:cNvPicPr/>
          <p:nvPr/>
        </p:nvPicPr>
        <p:blipFill>
          <a:blip r:embed="rIdPicture"/>
          <a:stretch>
            <a:fillRect/>
          </a:stretch>
        </p:blipFill>
        <p:spPr>
          <a:xfrm>
            <a:off x="9500000" y="5000000"/>
            <a:ext cx="1000000" cy="1000000"/>
          </a:xfrm>
          <a:prstGeom prst="rect">
            <a:avLst/>
          </a:prstGeom>
        </p:spPr>
        <p:style>
          <a:lnRef idx="3">
            <a:srgbClr val="CDEFAB"/>
          </a:lnRef>
          <a:fillRef idx="0">
            <a:srgbClr val="000000"/>
          </a:fillRef>
        </p:style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4400">
          <a:solidFill>
            <a:schemeClr val="tx1"/>
          </a:solidFill>
          <a:latin typeface="+mn-lt"/>
        </a:defRPr>
      </a:lvl1pPr>
    </p:titleStyle>
    <p:bodyStyle>
      <a:lvl1pPr algn="l">
        <a:defRPr sz="2800">
          <a:solidFill>
            <a:schemeClr val="tx1"/>
          </a:solidFill>
          <a:latin typeface="+mn-lt"/>
        </a:defRPr>
      </a:lvl1pPr>
    </p:bodyStyle>
    <p:otherStyle>
      <a:lvl1pPr algn="l"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Picture" Type="http://schemas.openxmlformats.org/officeDocument/2006/relationships/image" Target="../media/white.png" /></ns0: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lRef3"/>
          <p:cNvSpPr/>
          <p:nvPr/>
        </p:nvSpPr>
        <p:spPr>
          <a:xfrm>
            <a:off x="500000" y="500000"/>
            <a:ext cx="1000000" cy="1000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rgbClr val="808080">
              <a:lumMod val="50000"/>
              <a:lumOff val="10000"/>
            </a:srgbClr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illRef1001"/>
          <p:cNvSpPr/>
          <p:nvPr/>
        </p:nvSpPr>
        <p:spPr>
          <a:xfrm>
            <a:off x="2000000" y="500000"/>
            <a:ext cx="1000000" cy="1000000"/>
          </a:xfrm>
          <a:prstGeom prst="rect">
            <a:avLst/>
          </a:prstGeom>
        </p:spPr>
        <p:style>
          <a:lnRef idx="0">
            <a:schemeClr val="accent1"/>
          </a:lnRef>
          <a:fillRef idx="1001">
            <a:srgbClr val="808080">
              <a:lumMod val="50000"/>
              <a:lumOff val="10000"/>
            </a:srgbClr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FillRef0"/>
          <p:cNvSpPr/>
          <p:nvPr/>
        </p:nvSpPr>
        <p:spPr>
          <a:xfrm>
            <a:off x="3500000" y="500000"/>
            <a:ext cx="1000000" cy="1000000"/>
          </a:xfrm>
          <a:prstGeom prst="rect">
            <a:avLst/>
          </a:prstGeom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LnRef3"/>
          <p:cNvSpPr/>
          <p:nvPr/>
        </p:nvSpPr>
        <p:spPr>
          <a:xfrm>
            <a:off x="5000000" y="500000"/>
            <a:ext cx="1000000" cy="1000000"/>
          </a:xfrm>
          <a:prstGeom prst="rect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ExplicitFill"/>
          <p:cNvSpPr/>
          <p:nvPr/>
        </p:nvSpPr>
        <p:spPr>
          <a:xfrm>
            <a:off x="6500000" y="500000"/>
            <a:ext cx="1000000" cy="1000000"/>
          </a:xfrm>
          <a:prstGeom prst="rect">
            <a:avLst/>
          </a:prstGeom>
          <a:solidFill>
            <a:srgbClr val="112233"/>
          </a:solidFill>
        </p:spPr>
        <p:style>
          <a:lnRef idx="0">
            <a:schemeClr val="accent1"/>
          </a:lnRef>
          <a:fillRef idx="2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WidthOnly"/>
          <p:cNvSpPr/>
          <p:nvPr/>
        </p:nvSpPr>
        <p:spPr>
          <a:xfrm>
            <a:off x="8000000" y="500000"/>
            <a:ext cx="1000000" cy="1000000"/>
          </a:xfrm>
          <a:prstGeom prst="rect">
            <a:avLst/>
          </a:prstGeom>
          <a:ln w="38100"/>
        </p:spPr>
        <p:style>
          <a:lnRef idx="1">
            <a:srgbClr val="808080">
              <a:lumMod val="50000"/>
              <a:lumOff val="10000"/>
            </a:srgbClr>
          </a:lnRef>
          <a:fillRef idx="0">
            <a:schemeClr val="accent3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Gradient2"/>
          <p:cNvSpPr/>
          <p:nvPr/>
        </p:nvSpPr>
        <p:spPr>
          <a:xfrm>
            <a:off x="9500000" y="500000"/>
            <a:ext cx="1000000" cy="1000000"/>
          </a:xfrm>
          <a:prstGeom prst="rect">
            <a:avLst/>
          </a:prstGeom>
        </p:spPr>
        <p:style>
          <a:lnRef idx="0">
            <a:srgbClr val="FF0000"/>
          </a:lnRef>
          <a:fillRef idx="2">
            <a:srgbClr val="808080">
              <a:lumMod val="50000"/>
              <a:lumOff val="10000"/>
            </a:srgbClr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FontRef"/>
          <p:cNvSpPr/>
          <p:nvPr/>
        </p:nvSpPr>
        <p:spPr>
          <a:xfrm>
            <a:off x="500000" y="2000000"/>
            <a:ext cx="1000000" cy="1000000"/>
          </a:xfrm>
          <a:prstGeom prst="rect">
            <a:avLst/>
          </a:prstGeom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Styled</a:t>
            </a:r>
          </a:p>
        </p:txBody>
      </p:sp>
      <p:sp>
        <p:nvSpPr>
          <p:cNvPr id="10" name="FontRefParagraph"/>
          <p:cNvSpPr/>
          <p:nvPr/>
        </p:nvSpPr>
        <p:spPr>
          <a:xfrm>
            <a:off x="2000000" y="2000000"/>
            <a:ext cx="1000000" cy="1000000"/>
          </a:xfrm>
          <a:prstGeom prst="rect">
            <a:avLst/>
          </a:prstGeom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00FF00"/>
                </a:solidFill>
              </a:defRPr>
            </a:pPr>
            <a:r>
              <a:rPr lang="en-US"/>
              <a:t>Paragraph</a:t>
            </a:r>
          </a:p>
        </p:txBody>
      </p:sp>
      <p:sp>
        <p:nvSpPr>
          <p:cNvPr id="11" name="FontRefRun"/>
          <p:cNvSpPr/>
          <p:nvPr/>
        </p:nvSpPr>
        <p:spPr>
          <a:xfrm>
            <a:off x="3500000" y="2000000"/>
            <a:ext cx="1000000" cy="1000000"/>
          </a:xfrm>
          <a:prstGeom prst="rect">
            <a:avLst/>
          </a:prstGeom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rgbClr val="0000FF"/>
                </a:solidFill>
              </a:rPr>
              <a:t>Run</a:t>
            </a:r>
          </a:p>
        </p:txBody>
      </p:sp>
      <p:sp>
        <p:nvSpPr>
          <p:cNvPr id="12" name="FillRef1000"/>
          <p:cNvSpPr/>
          <p:nvPr/>
        </p:nvSpPr>
        <p:spPr>
          <a:xfrm>
            <a:off x="500000" y="3500000"/>
            <a:ext cx="1000000" cy="1000000"/>
          </a:xfrm>
          <a:prstGeom prst="rect">
            <a:avLst/>
          </a:prstGeom>
        </p:spPr>
        <p:style>
          <a:lnRef idx="0">
            <a:schemeClr val="accent1"/>
          </a:lnRef>
          <a:fillRef idx="100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FillRef1002"/>
          <p:cNvSpPr/>
          <p:nvPr/>
        </p:nvSpPr>
        <p:spPr>
          <a:xfrm>
            <a:off x="2000000" y="3500000"/>
            <a:ext cx="1000000" cy="1000000"/>
          </a:xfrm>
          <a:prstGeom prst="rect">
            <a:avLst/>
          </a:prstGeom>
        </p:spPr>
        <p:style>
          <a:lnRef idx="0">
            <a:schemeClr val="accent1"/>
          </a:lnRef>
          <a:fillRef idx="1002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ExplicitLineColour"/>
          <p:cNvSpPr/>
          <p:nvPr/>
        </p:nvSpPr>
        <p:spPr>
          <a:xfrm>
            <a:off x="3500000" y="3500000"/>
            <a:ext cx="1000000" cy="1000000"/>
          </a:xfrm>
          <a:prstGeom prst="rect">
            <a:avLst/>
          </a:prstGeom>
          <a:ln>
            <a:solidFill>
              <a:srgbClr val="11223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ExplicitNoFill"/>
          <p:cNvSpPr/>
          <p:nvPr/>
        </p:nvSpPr>
        <p:spPr>
          <a:xfrm>
            <a:off x="5000000" y="3500000"/>
            <a:ext cx="1000000" cy="1000000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LineSlot2"/>
          <p:cNvSpPr/>
          <p:nvPr/>
        </p:nvSpPr>
        <p:spPr>
          <a:xfrm>
            <a:off x="6500000" y="3500000"/>
            <a:ext cx="1000000" cy="1000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UnsupportedFill"/>
          <p:cNvSpPr/>
          <p:nvPr/>
        </p:nvSpPr>
        <p:spPr>
          <a:xfrm>
            <a:off x="8000000" y="3500000"/>
            <a:ext cx="1000000" cy="1000000"/>
          </a:xfrm>
          <a:prstGeom prst="rect">
            <a:avLst/>
          </a:prstGeom>
          <a:pattFill prst="pct5"/>
          <a:ln>
            <a:gradFill/>
          </a:ln>
        </p:spPr>
        <p:style>
          <a:lnRef idx="3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Placeholder50"/>
          <p:cNvSpPr/>
          <p:nvPr>
            <p:ph idx="50"/>
          </p:nvPr>
        </p:nvSpPr>
        <p:spPr>
          <a:xfrm>
            <a:off x="2000000" y="5000000"/>
            <a:ext cx="1000000" cy="1000000"/>
          </a:xfrm>
          <a:prstGeom prst="rect">
            <a:avLst/>
          </a:prstGeom>
        </p:spPr>
        <p:style>
          <a:lnRef idx="3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Placeholder51"/>
          <p:cNvSpPr/>
          <p:nvPr>
            <p:ph idx="51"/>
          </p:nvPr>
        </p:nvSpPr>
        <p:spPr>
          <a:xfrm>
            <a:off x="3500000" y="5000000"/>
            <a:ext cx="1000000" cy="1000000"/>
          </a:xfrm>
          <a:prstGeom prst="rect">
            <a:avLst/>
          </a:prstGeom>
        </p:spPr>
        <p:style>
          <a:lnRef idx="3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Placeholder52"/>
          <p:cNvSpPr/>
          <p:nvPr>
            <p:ph idx="52"/>
          </p:nvPr>
        </p:nvSpPr>
        <p:spPr>
          <a:xfrm>
            <a:off x="5000000" y="5000000"/>
            <a:ext cx="1000000" cy="1000000"/>
          </a:xfrm>
          <a:prstGeom prst="rect">
            <a:avLst/>
          </a:prstGeom>
        </p:spPr>
        <p:style>
          <a:lnRef idx="3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3" name="PictureLine"/>
          <p:cNvPicPr/>
          <p:nvPr/>
        </p:nvPicPr>
        <p:blipFill>
          <a:blip r:embed="rIdPicture"/>
          <a:stretch>
            <a:fillRect/>
          </a:stretch>
        </p:blipFill>
        <p:spPr>
          <a:xfrm>
            <a:off x="8000000" y="5000000"/>
            <a:ext cx="1000000" cy="1000000"/>
          </a:xfrm>
          <a:prstGeom prst="rect">
            <a:avLst/>
          </a:prstGeom>
        </p:spPr>
        <p:style>
          <a:lnRef idx="3">
            <a:srgbClr val="CDEFAB"/>
          </a:lnRef>
          <a:fillRef idx="0">
            <a:srgbClr val="000000"/>
          </a:fillRef>
        </p:style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TitleFont"/>
          <p:cNvSpPr/>
          <p:nvPr>
            <p:ph type="title"/>
          </p:nvPr>
        </p:nvSpPr>
        <p:spPr/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Inherited title colour</a:t>
            </a:r>
          </a:p>
        </p:txBody>
      </p:sp>
      <p:sp>
        <p:nvSpPr>
          <p:cNvPr id="3" name="PhOwnStyle"/>
          <p:cNvSpPr/>
          <p:nvPr>
            <p:ph idx="1"/>
          </p:nvPr>
        </p:nvSpPr>
        <p:spPr/>
        <p:style>
          <a:lnRef idx="0">
            <a:schemeClr val="accent5"/>
          </a:lnRef>
          <a:fillRef idx="1">
            <a:schemeClr val="accent5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Own style</a:t>
            </a:r>
          </a:p>
        </p:txBody>
      </p:sp>
      <p:sp>
        <p:nvSpPr>
          <p:cNvPr id="4" name="PhInheritStyle"/>
          <p:cNvSpPr/>
          <p:nvPr>
            <p:ph idx="2"/>
          </p:nvPr>
        </p:nvSpPr>
        <p:spPr/>
        <p:txBody>
          <a:bodyPr rtlCol="0" anchor="ctr"/>
          <a:lstStyle/>
          <a:p>
            <a:r>
              <a:rPr lang="en-US"/>
              <a:t>Inherited style</a:t>
            </a:r>
          </a:p>
        </p:txBody>
      </p:sp>
      <p:sp>
        <p:nvSpPr>
          <p:cNvPr id="5" name="PhInheritFill"/>
          <p:cNvSpPr/>
          <p:nvPr>
            <p:ph idx="3"/>
          </p:nvPr>
        </p:nvSpPr>
        <p:spPr/>
        <p:txBody>
          <a:bodyPr rtlCol="0" anchor="ctr"/>
          <a:lstStyle/>
          <a:p>
            <a:r>
              <a:rPr lang="en-US"/>
              <a:t>Inherited fill</a:t>
            </a:r>
          </a:p>
        </p:txBody>
      </p:sp>
      <p:sp>
        <p:nvSpPr>
          <p:cNvPr id="6" name="PhFontOverTxStyles"/>
          <p:cNvSpPr/>
          <p:nvPr>
            <p:ph idx="4"/>
          </p:nvPr>
        </p:nvSpPr>
        <p:spPr/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Font ref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rix">
  <a:themeElements>
    <a:clrScheme name="Matrix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atri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atrix">
      <a:fillStyleLst>
        <a:pattFill prst="pct5">
          <a:fgClr>
            <a:srgbClr val="ABCDEF"/>
          </a:fgClr>
          <a:bgClr>
            <a:srgbClr val="FFFFFF"/>
          </a:bgClr>
        </a:pattFill>
        <a:gradFill>
          <a:gsLst>
            <a:gs pos="0">
              <a:schemeClr val="phClr">
                <a:lumMod val="50000"/>
                <a:lumOff val="10000"/>
              </a:schemeClr>
            </a:gs>
            <a:gs pos="50000">
              <a:srgbClr val="123456"/>
            </a:gs>
            <a:gs pos="100000">
              <a:schemeClr val="phClr">
                <a:lumMod val="25000"/>
                <a:lumOff val="20000"/>
              </a:schemeClr>
            </a:gs>
          </a:gsLst>
          <a:lin ang="5400000" scaled="0"/>
        </a:gradFill>
        <a:solidFill>
          <a:schemeClr val="phClr">
            <a:lumMod val="50000"/>
            <a:lumOff val="10000"/>
          </a:schemeClr>
        </a:solidFill>
      </a:fillStyleLst>
      <a:lnStyleLst>
        <a:ln w="9525" cap="flat" cmpd="sng" algn="ctr">
          <a:solidFill>
            <a:schemeClr val="phClr">
              <a:lumMod val="50000"/>
              <a:lumOff val="10000"/>
            </a:schemeClr>
          </a:solidFill>
          <a:prstDash val="solid"/>
        </a:ln>
        <a:ln>
          <a:noFill/>
        </a:ln>
        <a:ln w="28575" cap="rnd" cmpd="sng" algn="ctr">
          <a:solidFill>
            <a:schemeClr val="phClr"/>
          </a:solidFill>
          <a:prstDash val="dash"/>
          <a:bevel/>
          <a:headEnd type="triangle" w="lg" len="sm"/>
          <a:tailEnd type="oval" w="sm" len="lg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>
            <a:lumMod val="25000"/>
            <a:lumOff val="20000"/>
          </a:schemeClr>
        </a:solidFill>
        <a:solidFill>
          <a:srgbClr val="556677"/>
        </a:solidFill>
      </a:bgFillStyleLst>
    </a:fmtScheme>
  </a:themeElements>
</a:theme>
</file>