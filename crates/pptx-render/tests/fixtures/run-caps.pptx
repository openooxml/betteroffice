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Direct all caps"/>
          <p:cNvSpPr txBox="1"/>
          <p:nvPr/>
        </p:nvSpPr>
        <p:spPr>
          <a:xfrm>
            <a:off x="857250" y="381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/>
            <a:r>
              <a:rPr lang="en-US" sz="3200" cap="all">
                <a:solidFill>
                  <a:srgbClr val="112233"/>
                </a:solidFill>
                <a:latin typeface="Arial"/>
              </a:rPr>
              <a:t>Mixed Case Title</a:t>
            </a:r>
          </a:p>
        </p:txBody>
      </p:sp>
      <p:sp>
        <p:nvSpPr>
          <p:cNvPr id="11" name="Direct small caps"/>
          <p:cNvSpPr txBox="1"/>
          <p:nvPr/>
        </p:nvSpPr>
        <p:spPr>
          <a:xfrm>
            <a:off x="857250" y="1524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/>
            <a:r>
              <a:rPr lang="en-US" sz="3200" cap="small">
                <a:solidFill>
                  <a:srgbClr val="112233"/>
                </a:solidFill>
                <a:latin typeface="Arial"/>
              </a:rPr>
              <a:t>Small Caps Run</a:t>
            </a:r>
          </a:p>
        </p:txBody>
      </p:sp>
      <p:sp>
        <p:nvSpPr>
          <p:cNvPr id="12" name="Inherited all caps"/>
          <p:cNvSpPr txBox="1"/>
          <p:nvPr/>
        </p:nvSpPr>
        <p:spPr>
          <a:xfrm>
            <a:off x="857250" y="2667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>
              <a:defRPr cap="all"/>
            </a:lvl1pPr>
          </a:lstStyle>
          <a:p>
            <a:pPr/>
            <a:r>
              <a:rPr lang="en-US" sz="3200">
                <a:solidFill>
                  <a:srgbClr val="112233"/>
                </a:solidFill>
                <a:latin typeface="Arial"/>
              </a:rPr>
              <a:t>Inherited Caps</a:t>
            </a:r>
          </a:p>
        </p:txBody>
      </p:sp>
      <p:sp>
        <p:nvSpPr>
          <p:cNvPr id="13" name="Caps turned off"/>
          <p:cNvSpPr txBox="1"/>
          <p:nvPr/>
        </p:nvSpPr>
        <p:spPr>
          <a:xfrm>
            <a:off x="857250" y="3810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>
              <a:defRPr cap="all"/>
            </a:lvl1pPr>
          </a:lstStyle>
          <a:p>
            <a:pPr/>
            <a:r>
              <a:rPr lang="en-US" sz="3200" cap="none">
                <a:solidFill>
                  <a:srgbClr val="112233"/>
                </a:solidFill>
                <a:latin typeface="Arial"/>
              </a:rPr>
              <a:t>Kept as authored</a:t>
            </a:r>
          </a:p>
        </p:txBody>
      </p: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1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