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 l="10000" t="20000" r="30000" b="10000"/>
          <a:stretch>
            <a:fillRect/>
          </a:stretch>
        </p:blipFill>
        <p:spPr>
          <a:xfrm>
            <a:off x="952500" y="476250"/>
            <a:ext cx="1905000" cy="952500"/>
          </a:xfrm>
          <a:prstGeom prst="ellipse">
            <a:avLst/>
          </a:prstGeom>
          <a:ln w="19050">
            <a:solidFill>
              <a:srgbClr val="FF00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