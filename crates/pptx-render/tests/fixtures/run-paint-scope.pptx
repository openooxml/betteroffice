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1"/>
    <p:sldId id="257" r:id="rId2"/>
    <p:sldId id="258" r:id="rId3"/>
  </p:sldIdLst>
  <p:sldSz cx="9144000" cy="5143500"/>
  <p:notesSz cx="5143500" cy="6858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Identical master runs"/>
          <p:cNvSpPr txBox="1"/>
          <p:nvPr/>
        </p:nvSpPr>
        <p:spPr>
          <a:xfrm>
            <a:off x="381000" y="4572000"/>
            <a:ext cx="7620000" cy="476250"/>
          </a:xfrm>
          <a:prstGeom prst="rect">
            <a:avLst/>
          </a:prstGeom>
          <a:noFill/>
        </p:spPr>
        <p:txBody>
          <a:bodyPr lIns="0" rIns="0" tIns="0" bIns="0"/>
          <a:lstStyle/>
          <a:p>
            <a:pPr algn="l"/>
            <a:r>
              <a:rPr lang="en-US" sz="2400">
                <a:solidFill>
                  <a:srgbClr val="000000"/>
                </a:solidFill>
                <a:latin typeface="Arial"/>
              </a:rPr>
              <a:t>same </a:t>
            </a:r>
            <a:r>
              <a:rPr lang="en-US" sz="2400">
                <a:solidFill>
                  <a:srgbClr val="000000"/>
                </a:solidFill>
                <a:latin typeface="Arial"/>
              </a:rPr>
              <a:t>style</a:t>
            </a:r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Gold then black"/>
          <p:cNvSpPr txBox="1"/>
          <p:nvPr/>
        </p:nvSpPr>
        <p:spPr>
          <a:xfrm>
            <a:off x="381000" y="333375"/>
            <a:ext cx="7620000" cy="1905000"/>
          </a:xfrm>
          <a:prstGeom prst="rect">
            <a:avLst/>
          </a:prstGeom>
          <a:noFill/>
        </p:spPr>
        <p:txBody>
          <a:bodyPr lIns="0" rIns="0" tIns="0" bIns="0"/>
          <a:lstStyle/>
          <a:p>
            <a:pPr algn="l"/>
            <a:r>
              <a:rPr lang="en-US" sz="2400">
                <a:solidFill>
                  <a:srgbClr val="A99A72"/>
                </a:solidFill>
                <a:latin typeface="Arial"/>
              </a:rPr>
              <a:t>gold </a:t>
            </a:r>
            <a:r>
              <a:rPr lang="en-US" sz="2400">
                <a:solidFill>
                  <a:srgbClr val="000000"/>
                </a:solidFill>
                <a:latin typeface="Arial"/>
              </a:rPr>
              <a:t>black </a:t>
            </a:r>
            <a:r>
              <a:rPr lang="en-US" sz="2400">
                <a:solidFill>
                  <a:srgbClr val="A99A72"/>
                </a:solidFill>
                <a:latin typeface="Arial"/>
              </a:rPr>
              <a:t>gold</a:t>
            </a:r>
          </a:p>
        </p:txBody>
      </p:sp>
      <p:sp>
        <p:nvSpPr>
          <p:cNvPr id="3" name="Black then gold"/>
          <p:cNvSpPr txBox="1"/>
          <p:nvPr/>
        </p:nvSpPr>
        <p:spPr>
          <a:xfrm>
            <a:off x="381000" y="1047750"/>
            <a:ext cx="7620000" cy="1905000"/>
          </a:xfrm>
          <a:prstGeom prst="rect">
            <a:avLst/>
          </a:prstGeom>
          <a:noFill/>
        </p:spPr>
        <p:txBody>
          <a:bodyPr lIns="0" rIns="0" tIns="0" bIns="0"/>
          <a:lstStyle/>
          <a:p>
            <a:pPr algn="l"/>
            <a:r>
              <a:rPr lang="en-US" sz="2400">
                <a:solidFill>
                  <a:srgbClr val="000000"/>
                </a:solidFill>
                <a:latin typeface="Arial"/>
              </a:rPr>
              <a:t>black </a:t>
            </a:r>
            <a:r>
              <a:rPr lang="en-US" sz="2400">
                <a:solidFill>
                  <a:srgbClr val="A99A72"/>
                </a:solidFill>
                <a:latin typeface="Arial"/>
              </a:rPr>
              <a:t>gold </a:t>
            </a:r>
            <a:r>
              <a:rPr lang="en-US" sz="2400">
                <a:solidFill>
                  <a:srgbClr val="000000"/>
                </a:solidFill>
                <a:latin typeface="Arial"/>
              </a:rPr>
              <a:t>black</a:t>
            </a:r>
          </a:p>
        </p:txBody>
      </p:sp>
      <p:sp>
        <p:nvSpPr>
          <p:cNvPr id="4" name="Paint attributes"/>
          <p:cNvSpPr txBox="1"/>
          <p:nvPr/>
        </p:nvSpPr>
        <p:spPr>
          <a:xfrm>
            <a:off x="381000" y="1762125"/>
            <a:ext cx="7620000" cy="1905000"/>
          </a:xfrm>
          <a:prstGeom prst="rect">
            <a:avLst/>
          </a:prstGeom>
          <a:noFill/>
        </p:spPr>
        <p:txBody>
          <a:bodyPr lIns="0" rIns="0" tIns="0" bIns="0"/>
          <a:lstStyle/>
          <a:p>
            <a:pPr algn="l"/>
            <a:r>
              <a:rPr lang="en-US" sz="2400">
                <a:solidFill>
                  <a:srgbClr val="000000"/>
                </a:solidFill>
                <a:latin typeface="Arial"/>
              </a:rPr>
              <a:t>plain </a:t>
            </a:r>
            <a:r>
              <a:rPr lang="en-US" sz="2400" b="1">
                <a:solidFill>
                  <a:srgbClr val="000000"/>
                </a:solidFill>
                <a:latin typeface="Arial"/>
              </a:rPr>
              <a:t>bold </a:t>
            </a:r>
            <a:r>
              <a:rPr lang="en-US" sz="2400" i="1">
                <a:solidFill>
                  <a:srgbClr val="000000"/>
                </a:solidFill>
                <a:latin typeface="Arial"/>
              </a:rPr>
              <a:t>italic </a:t>
            </a:r>
            <a:r>
              <a:rPr lang="en-US" sz="2400" u="sng">
                <a:solidFill>
                  <a:srgbClr val="000000"/>
                </a:solidFill>
                <a:latin typeface="Arial"/>
              </a:rPr>
              <a:t>underlined </a:t>
            </a:r>
            <a:r>
              <a:rPr lang="en-US" sz="3600">
                <a:solidFill>
                  <a:srgbClr val="000000"/>
                </a:solidFill>
                <a:latin typeface="Arial"/>
              </a:rPr>
              <a:t>large </a:t>
            </a:r>
            <a:r>
              <a:rPr lang="en-US" sz="2400">
                <a:solidFill>
                  <a:srgbClr val="000000"/>
                </a:solidFill>
                <a:latin typeface="Arial"/>
              </a:rPr>
              <a:t>plain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Wrapped colours"/>
          <p:cNvSpPr txBox="1"/>
          <p:nvPr/>
        </p:nvSpPr>
        <p:spPr>
          <a:xfrm>
            <a:off x="381000" y="333375"/>
            <a:ext cx="2857500" cy="1905000"/>
          </a:xfrm>
          <a:prstGeom prst="rect">
            <a:avLst/>
          </a:prstGeom>
          <a:noFill/>
        </p:spPr>
        <p:txBody>
          <a:bodyPr lIns="0" rIns="0" tIns="0" bIns="0"/>
          <a:lstStyle/>
          <a:p>
            <a:pPr algn="l"/>
            <a:r>
              <a:rPr lang="en-US" sz="2400">
                <a:solidFill>
                  <a:srgbClr val="A99A72"/>
                </a:solidFill>
                <a:latin typeface="Arial"/>
              </a:rPr>
              <a:t>gold words </a:t>
            </a:r>
            <a:r>
              <a:rPr lang="en-US" sz="2400">
                <a:solidFill>
                  <a:srgbClr val="000000"/>
                </a:solidFill>
                <a:latin typeface="Arial"/>
              </a:rPr>
              <a:t>black words </a:t>
            </a:r>
            <a:r>
              <a:rPr lang="en-US" sz="2400">
                <a:solidFill>
                  <a:srgbClr val="A99A72"/>
                </a:solidFill>
                <a:latin typeface="Arial"/>
              </a:rPr>
              <a:t>gold words </a:t>
            </a:r>
            <a:r>
              <a:rPr lang="en-US" sz="2400">
                <a:solidFill>
                  <a:srgbClr val="000000"/>
                </a:solidFill>
                <a:latin typeface="Arial"/>
              </a:rPr>
              <a:t>black words</a:t>
            </a:r>
          </a:p>
        </p:txBody>
      </p:sp>
      <p:sp>
        <p:nvSpPr>
          <p:cNvPr id="3" name="Justified colours"/>
          <p:cNvSpPr txBox="1"/>
          <p:nvPr/>
        </p:nvSpPr>
        <p:spPr>
          <a:xfrm>
            <a:off x="381000" y="2857500"/>
            <a:ext cx="2857500" cy="1905000"/>
          </a:xfrm>
          <a:prstGeom prst="rect">
            <a:avLst/>
          </a:prstGeom>
          <a:noFill/>
        </p:spPr>
        <p:txBody>
          <a:bodyPr lIns="0" rIns="0" tIns="0" bIns="0"/>
          <a:lstStyle/>
          <a:p>
            <a:pPr algn="just"/>
            <a:r>
              <a:rPr lang="en-US" sz="2400">
                <a:solidFill>
                  <a:srgbClr val="A99A72"/>
                </a:solidFill>
                <a:latin typeface="Arial"/>
              </a:rPr>
              <a:t>gold words </a:t>
            </a:r>
            <a:r>
              <a:rPr lang="en-US" sz="2400">
                <a:solidFill>
                  <a:srgbClr val="000000"/>
                </a:solidFill>
                <a:latin typeface="Arial"/>
              </a:rPr>
              <a:t>black words </a:t>
            </a:r>
            <a:r>
              <a:rPr lang="en-US" sz="2400">
                <a:solidFill>
                  <a:srgbClr val="A99A72"/>
                </a:solidFill>
                <a:latin typeface="Arial"/>
              </a:rPr>
              <a:t>gold words </a:t>
            </a:r>
            <a:r>
              <a:rPr lang="en-US" sz="2400">
                <a:solidFill>
                  <a:srgbClr val="000000"/>
                </a:solidFill>
                <a:latin typeface="Arial"/>
              </a:rPr>
              <a:t>black words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dentical adjacent runs"/>
          <p:cNvSpPr txBox="1"/>
          <p:nvPr/>
        </p:nvSpPr>
        <p:spPr>
          <a:xfrm>
            <a:off x="381000" y="333375"/>
            <a:ext cx="7620000" cy="1905000"/>
          </a:xfrm>
          <a:prstGeom prst="rect">
            <a:avLst/>
          </a:prstGeom>
          <a:noFill/>
        </p:spPr>
        <p:txBody>
          <a:bodyPr lIns="0" rIns="0" tIns="0" bIns="0"/>
          <a:lstStyle/>
          <a:p>
            <a:pPr algn="l"/>
            <a:r>
              <a:rPr lang="en-US" sz="2400">
                <a:solidFill>
                  <a:srgbClr val="000000"/>
                </a:solidFill>
                <a:latin typeface="Arial"/>
              </a:rPr>
              <a:t>same </a:t>
            </a:r>
            <a:r>
              <a:rPr lang="en-US" sz="2400">
                <a:solidFill>
                  <a:srgbClr val="000000"/>
                </a:solidFill>
                <a:latin typeface="Arial"/>
              </a:rPr>
              <a:t>style</a:t>
            </a:r>
          </a:p>
        </p:txBody>
      </p:sp>
    </p:spTree>
  </p:cSld>
</p:sld>
</file>