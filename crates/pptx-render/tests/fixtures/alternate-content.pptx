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571500" y="285750"/>
            <a:ext cx="11049000" cy="72390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anchor="ctr"/>
          <a:lstStyle/>
          <a:p>
            <a:pPr algn="ctr"/>
            <a:r>
              <a:rPr sz="2000" b="1">
                <a:solidFill>
                  <a:srgbClr val="101828"/>
                </a:solidFill>
                <a:latin typeface="Arial"/>
              </a:rPr>
              <a:t>mc:AlternateContent in the shape tree</a:t>
            </a:r>
          </a:p>
        </p:txBody>
      </p:sp>
      <p:sp>
        <p:nvSpPr>
          <p:cNvPr id="11" name="control"/>
          <p:cNvSpPr/>
          <p:nvPr/>
        </p:nvSpPr>
        <p:spPr>
          <a:xfrm>
            <a:off x="571500" y="1428750"/>
            <a:ext cx="5048250" cy="228600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lIns="91440" rIns="91440" tIns="91440" bIns="91440" anchor="ctr"/>
          <a:lstStyle/>
          <a:p>
            <a:pPr algn="ctr"/>
            <a:r>
              <a:rPr sz="1600">
                <a:solidFill>
                  <a:srgbClr val="101828"/>
                </a:solidFill>
                <a:latin typeface="Arial"/>
              </a:rPr>
              <a:t>Control shape</a:t>
            </a:r>
          </a:p>
        </p:txBody>
      </p:sp>
      <mc:AlternateContent xmlns:mc="http://schemas.openxmlformats.org/markup-compatibility/2006">
        <mc:Choice xmlns:bo="urn:betteroffice:fixture-extension" Requires="bo">
          <bo:extensionShape name="unsupported"/>
        </mc:Choice>
        <mc:Fallback>
          <p:sp>
            <p:nvSpPr>
              <p:cNvPr id="12" name="fallback"/>
              <p:cNvSpPr/>
              <p:nvPr/>
            </p:nvSpPr>
            <p:spPr>
              <a:xfrm>
                <a:off x="6572250" y="1428750"/>
                <a:ext cx="5048250" cy="2286000"/>
              </a:xfrm>
              <a:prstGeom prst="rect">
                <a:avLst/>
              </a:prstGeom>
              <a:solidFill>
                <a:srgbClr val="315EFB"/>
              </a:solidFill>
              <a:ln>
                <a:noFill/>
              </a:ln>
            </p:spPr>
            <p:txBody>
              <a:bodyPr lIns="91440" rIns="91440" tIns="91440" bIns="91440" anchor="ctr"/>
              <a:lstStyle/>
              <a:p>
                <a:pPr algn="ctr"/>
                <a:r>
                  <a:rPr sz="1600">
                    <a:solidFill>
                      <a:srgbClr val="FFFFFF"/>
                    </a:solidFill>
                    <a:latin typeface="Arial"/>
                  </a:rPr>
                  <a:t>Fallback shape</a:t>
                </a:r>
              </a:p>
            </p:txBody>
          </p:sp>
        </mc:Fallback>
      </mc:AlternateContent>
      <p:sp>
        <p:nvSpPr>
          <p:cNvPr id="13" name="caption"/>
          <p:cNvSpPr/>
          <p:nvPr/>
        </p:nvSpPr>
        <p:spPr>
          <a:xfrm>
            <a:off x="571500" y="4191000"/>
            <a:ext cx="11049000" cy="723900"/>
          </a:xfrm>
          <a:prstGeom prst="rect">
            <a:avLst/>
          </a:prstGeom>
          <a:noFill/>
          <a:ln>
            <a:noFill/>
          </a:ln>
        </p:spPr>
        <p:txBody>
          <a:bodyPr lIns="91440" rIns="91440" tIns="91440" bIns="91440" anchor="ctr"/>
          <a:lstStyle/>
          <a:p>
            <a:pPr algn="ctr"/>
            <a:r>
              <a:rPr sz="1400">
                <a:solidFill>
                  <a:srgbClr val="475467"/>
                </a:solidFill>
                <a:latin typeface="Arial"/>
              </a:rPr>
              <a:t>The mc:Choice requires an extension this renderer does not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1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mc:AlternateContent in the shape tree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