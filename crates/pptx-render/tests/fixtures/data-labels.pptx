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s/slide5.xml" ContentType="application/vnd.openxmlformats-officedocument.presentationml.slide+xml"/>
  <Override PartName="/ppt/charts/chart5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</c:valAx>
    </c:plotArea>
    <c:legend>
      <c:legendPos val="r"/>
      <c:overlay val="0"/>
    </c:legend>
    <c:plotVisOnly val="1"/>
  </c:chart>
</c:chartSpace>
</file>

<file path=ppt/charts/chart2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</c:valAx>
    </c:plotArea>
    <c:legend>
      <c:legendPos val="r"/>
      <c:overlay val="0"/>
    </c:legend>
    <c:plotVisOnly val="1"/>
  </c:chart>
</c:chartSpace>
</file>

<file path=ppt/charts/chart3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dLbls>
            <c:showCatName val="1"/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dLbls>
            <c:showCatName val="1"/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</c:valAx>
    </c:plotArea>
    <c:legend>
      <c:legendPos val="r"/>
      <c:overlay val="0"/>
    </c:legend>
    <c:plotVisOnly val="1"/>
  </c:chart>
</c:chartSpace>
</file>

<file path=ppt/charts/chart4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dLbls>
            <c:dLbl>
              <c:idx val="1"/>
              <c:showVal val="1"/>
            </c:dLbl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</c:valAx>
    </c:plotArea>
    <c:legend>
      <c:legendPos val="r"/>
      <c:overlay val="0"/>
    </c:legend>
    <c:plotVisOnly val="1"/>
  </c:chart>
</c:chartSpace>
</file>

<file path=ppt/charts/chart5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dLbls>
          <c:showVal val="1"/>
        </c:dLbls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</c:valAx>
    </c:plotArea>
    <c:legend>
      <c:legendPos val="r"/>
      <c:overlay val="0"/>
    </c:legend>
    <c:plotVisOnly val="1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1.xml"/>
  <Relationship Id="rId3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2.xml"/>
  <Relationship Id="rId3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3.xml"/>
  <Relationship Id="rId3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4.xml"/>
  <Relationship Id="rId3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5.xml"/>
  <Relationship Id="rId3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 labels 1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 labels 2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 labels 3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 labels 4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 labels 5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theme/theme1.xml><?xml version="1.0" encoding="utf-8"?>
<a:theme xmlns:a="http://schemas.openxmlformats.org/drawingml/2006/main" name="Chart Deck">
  <a:themeElements>
    <a:clrScheme name="Chart Deck">
      <a:dk1>
        <a:sysClr val="windowText" lastClr="000000"/>
      </a:dk1>
      <a:lt1>
        <a:sysClr val="window" lastClr="FFFFFF"/>
      </a:lt1>
      <a:dk2>
        <a:srgbClr val="1F2933"/>
      </a:dk2>
      <a:lt2>
        <a:srgbClr val="F5F7FA"/>
      </a:lt2>
      <a:accent1>
        <a:srgbClr val="6254E7"/>
      </a:accent1>
      <a:accent2>
        <a:srgbClr val="1FA97A"/>
      </a:accent2>
      <a:accent3>
        <a:srgbClr val="E7A954"/>
      </a:accent3>
      <a:accent4>
        <a:srgbClr val="E75462"/>
      </a:accent4>
      <a:accent5>
        <a:srgbClr val="54B8E7"/>
      </a:accent5>
      <a:accent6>
        <a:srgbClr val="9754E7"/>
      </a:accent6>
      <a:hlink>
        <a:srgbClr val="0563C1"/>
      </a:hlink>
      <a:folHlink>
        <a:srgbClr val="954F72"/>
      </a:folHlink>
    </a:clrScheme>
    <a:fontScheme name="Chart De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rt Deck"/>
  </a:themeElements>
</a:theme>
</file>