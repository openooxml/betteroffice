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prompt 1"/>
          <p:cNvSpPr/>
          <p:nvPr>
            <p:ph type="body" idx="1"/>
          </p:nvPr>
        </p:nvSpPr>
        <p:spPr>
          <a:xfrm>
            <a:off x="609600" y="3810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3" name="Body prompt 2"/>
          <p:cNvSpPr/>
          <p:nvPr>
            <p:ph type="body" idx="2"/>
          </p:nvPr>
        </p:nvSpPr>
        <p:spPr>
          <a:xfrm>
            <a:off x="609600" y="22098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4" name="Body prompt 3"/>
          <p:cNvSpPr/>
          <p:nvPr>
            <p:ph type="body" idx="3"/>
          </p:nvPr>
        </p:nvSpPr>
        <p:spPr>
          <a:xfrm>
            <a:off x="609600" y="40386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>
      <a:lvl1pPr>
        <a:defRPr sz="1800">
          <a:solidFill>
            <a:srgbClr val="505050"/>
          </a:solidFill>
          <a:latin typeface="Arial"/>
        </a:defRPr>
      </a:lvl1pPr>
    </p:titleStyle>
    <p:bodyStyle>
      <a:lvl1pPr>
        <a:buNone/>
        <a:defRPr sz="1800">
          <a:solidFill>
            <a:srgbClr val="505050"/>
          </a:solidFill>
          <a:latin typeface="Arial"/>
        </a:defRPr>
      </a:lvl1pPr>
      <a:lvl2pPr marR="457200">
        <a:buNone/>
        <a:defRPr sz="1800">
          <a:solidFill>
            <a:srgbClr val="505050"/>
          </a:solidFill>
          <a:latin typeface="Arial"/>
        </a:defRPr>
      </a:lvl2pPr>
    </p:bodyStyle>
    <p:otherStyle>
      <a:lvl1pPr>
        <a:buNone/>
        <a:defRPr sz="1800">
          <a:solidFill>
            <a:srgbClr val="505050"/>
          </a:solidFill>
          <a:latin typeface="Arial"/>
        </a:defRPr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herited margins"/>
          <p:cNvSpPr/>
          <p:nvPr>
            <p:ph type="body" idx="1"/>
          </p:nvPr>
        </p:nvSpPr>
        <p:spPr>
          <a:xfrm>
            <a:off x="609600" y="3810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lvl="0"/>
            <a:r>
              <a:rPr/>
              <a:t>A right margin narrows the wrap width of every line in the paragraph.</a:t>
            </a:r>
          </a:p>
          <a:p>
            <a:pPr lvl="1"/>
            <a:r>
              <a:rPr/>
              <a:t>A right margin narrows the wrap width of every line in the paragraph.</a:t>
            </a:r>
          </a:p>
        </p:txBody>
      </p:sp>
      <p:sp>
        <p:nvSpPr>
          <p:cNvPr id="3" name="Shape margin"/>
          <p:cNvSpPr/>
          <p:nvPr>
            <p:ph type="body" idx="2"/>
          </p:nvPr>
        </p:nvSpPr>
        <p:spPr>
          <a:xfrm>
            <a:off x="609600" y="22098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2057400">
              <a:buNone/>
            </a:lvl1pPr>
          </a:lstStyle>
          <a:p>
            <a:pPr lvl="0"/>
            <a:r>
              <a:rPr/>
              <a:t>A right margin narrows the wrap width of every line in the paragraph.</a:t>
            </a:r>
          </a:p>
        </p:txBody>
      </p:sp>
      <p:sp>
        <p:nvSpPr>
          <p:cNvPr id="4" name="Direct margin"/>
          <p:cNvSpPr/>
          <p:nvPr>
            <p:ph type="body" idx="3"/>
          </p:nvPr>
        </p:nvSpPr>
        <p:spPr>
          <a:xfrm>
            <a:off x="609600" y="40386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2057400">
              <a:buNone/>
            </a:lvl1pPr>
          </a:lstStyle>
          <a:p>
            <a:pPr lvl="0" marR="0"/>
            <a:r>
              <a:rPr/>
              <a:t>A right margin narrows the wrap width of every line in the paragraph.</a:t>
            </a:r>
          </a:p>
          <a:p>
            <a:pPr lvl="0"/>
            <a:r>
              <a:rPr/>
              <a:t>A right margin narrows the wrap width of every line in the paragraph.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