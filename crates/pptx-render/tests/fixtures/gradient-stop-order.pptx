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3048000" cy="1714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0000FF"/>
            </a:gs>
            <a:gs pos="0">
              <a:srgbClr val="FF000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262626"/>
            </a:gs>
            <a:gs pos="0">
              <a:srgbClr val="40404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-0">
              <a:srgbClr val="FF00FF"/>
            </a:gs>
            <a:gs pos="50000">
              <a:srgbClr val="00FF00"/>
            </a:gs>
            <a:gs pos="50000">
              <a:srgbClr val="FFFF00"/>
            </a:gs>
            <a:gs pos="100000">
              <a:srgbClr val="0000FF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