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 type="screen16x9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etterOffice Blank" preserve="1">
  <p:cSld name="BetterOffice 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BetterOffice Mast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oter rule"/>
          <p:cNvSpPr/>
          <p:nvPr/>
        </p:nvSpPr>
        <p:spPr>
          <a:xfrm>
            <a:off x="762000" y="6248400"/>
            <a:ext cx="10668000" cy="15240"/>
          </a:xfrm>
          <a:prstGeom prst="rect">
            <a:avLst/>
          </a:prstGeom>
          <a:solidFill>
            <a:srgbClr val="D0D5DD"/>
          </a:solidFill>
          <a:ln>
            <a:noFill/>
          </a:ln>
        </p:spPr>
      </p:sp>
      <p:sp>
        <p:nvSpPr>
          <p:cNvPr id="3" name="Brand"/>
          <p:cNvSpPr txBox="1"/>
          <p:nvPr/>
        </p:nvSpPr>
        <p:spPr>
          <a:xfrm>
            <a:off x="762000" y="6324600"/>
            <a:ext cx="3048000" cy="3810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900" b="1">
                <a:solidFill>
                  <a:srgbClr val="101828"/>
                </a:solidFill>
                <a:latin typeface="Arial"/>
              </a:rPr>
              <a:t>betteroffice</a:t>
            </a:r>
            <a:endParaRPr lang="en-US" sz="1800"/>
          </a:p>
        </p:txBody>
      </p:sp>
      <p:sp>
        <p:nvSpPr>
          <p:cNvPr id="4" name="Open OOXML label"/>
          <p:cNvSpPr txBox="1"/>
          <p:nvPr/>
        </p:nvSpPr>
        <p:spPr>
          <a:xfrm>
            <a:off x="8382000" y="6324600"/>
            <a:ext cx="3048000" cy="3810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r" lvl="0"/>
            <a:r>
              <a:rPr lang="en-US" sz="800" b="1">
                <a:solidFill>
                  <a:srgbClr val="667085"/>
                </a:solidFill>
                <a:latin typeface="Arial"/>
              </a:rPr>
              <a:t>OPEN OOXML  /  LOCAL-FIRST</a:t>
            </a:r>
            <a:endParaRPr lang="en-US" sz="1800"/>
          </a:p>
        </p:txBody>
      </p:sp>
    </p:spTree>
  </p:cSld>
  <p:clrMap accent1="accent1" accent2="accent2" accent3="accent3" accent4="accent4" accent5="accent5" accent6="accent6" hlink="hlink" folHlink="folHlink" bg1="lt1" tx1="dk1" bg2="lt2" tx2="dk2"/>
  <p:sldLayoutIdLst>
    <p:sldLayoutId id="2147483649" r:id="rId1"/>
  </p:sldLayoutIdLst>
  <p:txStyles>
    <p:titleStyle>
      <a:lvl1pPr algn="l">
        <a:defRPr sz="3200" b="1">
          <a:solidFill>
            <a:schemeClr val="dk1"/>
          </a:solidFill>
          <a:latin typeface="+mj-lt"/>
        </a:defRPr>
      </a:lvl1pPr>
    </p:titleStyle>
    <p:bodyStyle>
      <a:lvl1pPr marL="342900" indent="-342900">
        <a:buChar char="•"/>
        <a:defRPr sz="1800">
          <a:solidFill>
            <a:schemeClr val="dk1"/>
          </a:solidFill>
          <a:latin typeface="+mn-lt"/>
        </a:defRPr>
      </a:lvl1pPr>
    </p:bodyStyle>
    <p:otherStyle>
      <a:lvl1pPr>
        <a:defRPr sz="1800">
          <a:latin typeface="+mn-lt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Wingdings small square"/>
          <p:cNvSpPr txBox="1"/>
          <p:nvPr/>
        </p:nvSpPr>
        <p:spPr>
          <a:xfrm>
            <a:off x="857250" y="381000"/>
            <a:ext cx="10477500" cy="685800"/>
          </a:xfrm>
          <a:prstGeom prst="rect">
            <a:avLst/>
          </a:prstGeom>
          <a:noFill/>
        </p:spPr>
        <p:txBody>
          <a:bodyPr lIns="0" rIns="0" tIns="0" bIns="0">
            <a:noAutofit/>
          </a:bodyPr>
          <a:lstStyle>
            <a:lvl1pPr marL="342900" indent="-342900">
              <a:buFont typeface="Wingdings"/>
              <a:buChar char="§"/>
            </a:lvl1pPr>
          </a:lstStyle>
          <a:p>
            <a:pPr/>
            <a:r>
              <a:rPr lang="en-US" sz="1800">
                <a:solidFill>
                  <a:srgbClr val="112233"/>
                </a:solidFill>
                <a:latin typeface="Arial"/>
              </a:rPr>
              <a:t>Wingdings small square</a:t>
            </a:r>
          </a:p>
        </p:txBody>
      </p:sp>
      <p:sp>
        <p:nvSpPr>
          <p:cNvPr id="11" name="Wingdings 3 right triangle"/>
          <p:cNvSpPr txBox="1"/>
          <p:nvPr/>
        </p:nvSpPr>
        <p:spPr>
          <a:xfrm>
            <a:off x="857250" y="1143000"/>
            <a:ext cx="10477500" cy="685800"/>
          </a:xfrm>
          <a:prstGeom prst="rect">
            <a:avLst/>
          </a:prstGeom>
          <a:noFill/>
        </p:spPr>
        <p:txBody>
          <a:bodyPr lIns="0" rIns="0" tIns="0" bIns="0">
            <a:noAutofit/>
          </a:bodyPr>
          <a:lstStyle>
            <a:lvl1pPr marL="342900" indent="-342900">
              <a:buFont typeface="Wingdings 3"/>
              <a:buChar char=""/>
            </a:lvl1pPr>
          </a:lstStyle>
          <a:p>
            <a:pPr/>
            <a:r>
              <a:rPr lang="en-US" sz="1800">
                <a:solidFill>
                  <a:srgbClr val="112233"/>
                </a:solidFill>
                <a:latin typeface="Arial"/>
              </a:rPr>
              <a:t>Wingdings 3 right triangle</a:t>
            </a:r>
          </a:p>
        </p:txBody>
      </p:sp>
      <p:sp>
        <p:nvSpPr>
          <p:cNvPr id="12" name="Wingdings filled circle"/>
          <p:cNvSpPr txBox="1"/>
          <p:nvPr/>
        </p:nvSpPr>
        <p:spPr>
          <a:xfrm>
            <a:off x="857250" y="1905000"/>
            <a:ext cx="10477500" cy="685800"/>
          </a:xfrm>
          <a:prstGeom prst="rect">
            <a:avLst/>
          </a:prstGeom>
          <a:noFill/>
        </p:spPr>
        <p:txBody>
          <a:bodyPr lIns="0" rIns="0" tIns="0" bIns="0">
            <a:noAutofit/>
          </a:bodyPr>
          <a:lstStyle>
            <a:lvl1pPr marL="342900" indent="-342900">
              <a:buFont typeface="Wingdings"/>
              <a:buChar char="l"/>
            </a:lvl1pPr>
          </a:lstStyle>
          <a:p>
            <a:pPr/>
            <a:r>
              <a:rPr lang="en-US" sz="1800">
                <a:solidFill>
                  <a:srgbClr val="112233"/>
                </a:solidFill>
                <a:latin typeface="Arial"/>
              </a:rPr>
              <a:t>Wingdings filled circle</a:t>
            </a:r>
          </a:p>
        </p:txBody>
      </p:sp>
      <p:sp>
        <p:nvSpPr>
          <p:cNvPr id="13" name="Wingdings check"/>
          <p:cNvSpPr txBox="1"/>
          <p:nvPr/>
        </p:nvSpPr>
        <p:spPr>
          <a:xfrm>
            <a:off x="857250" y="2667000"/>
            <a:ext cx="10477500" cy="685800"/>
          </a:xfrm>
          <a:prstGeom prst="rect">
            <a:avLst/>
          </a:prstGeom>
          <a:noFill/>
        </p:spPr>
        <p:txBody>
          <a:bodyPr lIns="0" rIns="0" tIns="0" bIns="0">
            <a:noAutofit/>
          </a:bodyPr>
          <a:lstStyle>
            <a:lvl1pPr marL="342900" indent="-342900">
              <a:buFont typeface="Wingdings"/>
              <a:buChar char=""/>
            </a:lvl1pPr>
          </a:lstStyle>
          <a:p>
            <a:pPr/>
            <a:r>
              <a:rPr lang="en-US" sz="1800">
                <a:solidFill>
                  <a:srgbClr val="112233"/>
                </a:solidFill>
                <a:latin typeface="Arial"/>
              </a:rPr>
              <a:t>Wingdings check</a:t>
            </a:r>
          </a:p>
        </p:txBody>
      </p:sp>
      <p:sp>
        <p:nvSpPr>
          <p:cNvPr id="14" name="Text face guillemet"/>
          <p:cNvSpPr txBox="1"/>
          <p:nvPr/>
        </p:nvSpPr>
        <p:spPr>
          <a:xfrm>
            <a:off x="857250" y="3429000"/>
            <a:ext cx="10477500" cy="685800"/>
          </a:xfrm>
          <a:prstGeom prst="rect">
            <a:avLst/>
          </a:prstGeom>
          <a:noFill/>
        </p:spPr>
        <p:txBody>
          <a:bodyPr lIns="0" rIns="0" tIns="0" bIns="0">
            <a:noAutofit/>
          </a:bodyPr>
          <a:lstStyle>
            <a:lvl1pPr marL="342900" indent="-342900">
              <a:buFont typeface="Arial"/>
              <a:buChar char="»"/>
            </a:lvl1pPr>
          </a:lstStyle>
          <a:p>
            <a:pPr/>
            <a:r>
              <a:rPr lang="en-US" sz="1800">
                <a:solidFill>
                  <a:srgbClr val="112233"/>
                </a:solidFill>
                <a:latin typeface="Arial"/>
              </a:rPr>
              <a:t>Text face guillemet</a:t>
            </a:r>
          </a:p>
        </p:txBody>
      </p:sp>
    </p:spTree>
  </p:cSld>
</p:sld>
</file>

<file path=ppt/theme/theme1.xml><?xml version="1.0" encoding="utf-8"?>
<a:theme xmlns:a="http://schemas.openxmlformats.org/drawingml/2006/main" name="BetterOffice">
  <a:themeElements>
    <a:clrScheme name="BetterOffice">
      <a:dk1>
        <a:srgbClr val="101828"/>
      </a:dk1>
      <a:lt1>
        <a:srgbClr val="FFFFFF"/>
      </a:lt1>
      <a:dk2>
        <a:srgbClr val="1D2939"/>
      </a:dk2>
      <a:lt2>
        <a:srgbClr val="F8F7F2"/>
      </a:lt2>
      <a:accent1>
        <a:srgbClr val="315EFB"/>
      </a:accent1>
      <a:accent2>
        <a:srgbClr val="16825D"/>
      </a:accent2>
      <a:accent3>
        <a:srgbClr val="D94F35"/>
      </a:accent3>
      <a:accent4>
        <a:srgbClr val="C8F56A"/>
      </a:accent4>
      <a:accent5>
        <a:srgbClr val="8AB4FF"/>
      </a:accent5>
      <a:accent6>
        <a:srgbClr val="667085"/>
      </a:accent6>
      <a:hlink>
        <a:srgbClr val="315EFB"/>
      </a:hlink>
      <a:folHlink>
        <a:srgbClr val="5D6DCB"/>
      </a:folHlink>
    </a:clrScheme>
    <a:fontScheme name="Better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Better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9050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BetterOffice</Application>
  <PresentationFormat>Widescreen</PresentationFormat>
  <Slides>1</Slides>
  <Notes>0</Notes>
  <HiddenSlides>0</HiddenSlides>
  <Company>BetterOffice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BetterOffice — office files without the office</dc:title>
  <dc:creator>BetterOffice</dc:creator>
  <cp:lastModifiedBy>BetterOffice</cp:lastModifiedBy>
  <dcterms:created xsi:type="dcterms:W3CDTF">2026-01-01T00:00:00Z</dcterms:created>
  <dcterms:modified xsi:type="dcterms:W3CDTF">2026-01-01T00:00:00Z</dcterms:modified>
</cp:coreProperties>
</file>