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
  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>
  <p:cSld>
    <p:spTree>
      <p:nvGrpSpPr>
        <p:cNvPr id="1" name=""/>
        <p:cNvGrpSpPr/>
        <p:nvPr/>
      </p:nvGrpSpPr>
      <p:grpSpPr/>
      <p:sp>
        <p:nvSpPr>
          <p:cNvPr id="2" name="Layout body"/>
          <p:cNvSpPr txBox="1"/>
          <p:nvPr>
            <p:ph type="body" idx="2"/>
          </p:nvPr>
        </p:nvSpPr>
        <p:spPr>
          <a:xfrm>
            <a:off x="476250" y="28575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compatLnSpc="1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Layout body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lnSpc>
          <a:spcPct val="80000"/>
        </a:lnSpc>
        <a:defRPr sz="3200" b="1">
          <a:solidFill>
            <a:schemeClr val="dk1"/>
          </a:solidFill>
          <a:latin typeface="+mj-lt"/>
        </a:defRPr>
      </a:lvl1pPr>
    </p:titleStyle>
    <p:bodyStyle>
      <a:lvl1pPr>
        <a:lnSpc>
          <a:spcPct val="80000"/>
        </a:lnSpc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Master 80%"/>
          <p:cNvSpPr txBox="1"/>
          <p:nvPr>
            <p:ph type="title" idx="0"/>
          </p:nvPr>
        </p:nvSpPr>
        <p:spPr>
          <a:xfrm>
            <a:off x="476250" y="3810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compatLnSpc="1">
            <a:noAutofit/>
          </a:bodyPr>
          <a:lstStyle/>
          <a:p>
            <a:pPr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Master 80%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  <p:sp>
        <p:nvSpPr>
          <p:cNvPr id="3" name="Font 80%"/>
          <p:cNvSpPr txBox="1"/>
          <p:nvPr>
            <p:ph type="title" idx="1"/>
          </p:nvPr>
        </p:nvSpPr>
        <p:spPr>
          <a:xfrm>
            <a:off x="4429125" y="3810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compatLnSpc="0">
            <a:noAutofit/>
          </a:bodyPr>
          <a:lstStyle/>
          <a:p>
            <a:pPr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Font 80%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  <p:sp>
        <p:nvSpPr>
          <p:cNvPr id="4" name="Exact 72 pt"/>
          <p:cNvSpPr txBox="1"/>
          <p:nvPr/>
        </p:nvSpPr>
        <p:spPr>
          <a:xfrm>
            <a:off x="8334375" y="3810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lnSpc>
                <a:spcPts val="7200"/>
              </a:lnSpc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Exact 72 pt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  <p:sp>
        <p:nvSpPr>
          <p:cNvPr id="5" name="Layout 120%"/>
          <p:cNvSpPr txBox="1"/>
          <p:nvPr>
            <p:ph type="body" idx="2"/>
          </p:nvPr>
        </p:nvSpPr>
        <p:spPr>
          <a:xfrm>
            <a:off x="476250" y="28575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Layout 120%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  <p:sp>
        <p:nvSpPr>
          <p:cNvPr id="6" name="Slide 150%"/>
          <p:cNvSpPr txBox="1"/>
          <p:nvPr>
            <p:ph type="body" idx="2"/>
          </p:nvPr>
        </p:nvSpPr>
        <p:spPr>
          <a:xfrm>
            <a:off x="4429125" y="28575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Slide 150%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  <p:sp>
        <p:nvSpPr>
          <p:cNvPr id="7" name="Unspaced control"/>
          <p:cNvSpPr txBox="1"/>
          <p:nvPr/>
        </p:nvSpPr>
        <p:spPr>
          <a:xfrm>
            <a:off x="8334375" y="28575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buNone/>
            </a:pPr>
            <a:r>
              <a:rPr sz="2400">
                <a:solidFill>
                  <a:srgbClr val="2040B0"/>
                </a:solidFill>
                <a:latin typeface="Arial"/>
              </a:rPr>
              <a:t>Unspaced control</a:t>
            </a:r>
            <a:br>
              <a:rPr sz="2400"/>
            </a:br>
            <a:r>
              <a:rPr sz="2400">
                <a:solidFill>
                  <a:srgbClr val="2040B0"/>
                </a:solidFill>
                <a:latin typeface="Arial"/>
              </a:rPr>
              <a:t>Second line</a:t>
            </a:r>
            <a:endParaRPr sz="2400"/>
          </a:p>
        </p:txBody>
      </p:sp>
      <p:sp>
        <p:nvSpPr>
          <p:cNvPr id="8" name="Shape list 60%"/>
          <p:cNvSpPr txBox="1"/>
          <p:nvPr/>
        </p:nvSpPr>
        <p:spPr>
          <a:xfrm>
            <a:off x="476250" y="53340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compatLnSpc="1">
            <a:noAutofit/>
          </a:bodyPr>
          <a:lstStyle>
            <a:lvl1pPr>
              <a:lnSpc>
                <a:spcPct val="60000"/>
              </a:lnSpc>
            </a:lvl1pPr>
          </a:lstStyle>
          <a:p>
            <a:pPr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Shape list 60%</a:t>
            </a:r>
            <a:br>
              <a:rPr sz="1800"/>
            </a:br>
            <a:r>
              <a:rPr sz="1800">
                <a:solidFill>
                  <a:srgbClr val="2040B0"/>
                </a:solidFill>
                <a:latin typeface="Arial"/>
              </a:rPr>
              <a:t>Second line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