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b3c46329f994d30" /><Relationship Type="http://schemas.openxmlformats.org/package/2006/relationships/metadata/core-properties" Target="/docProps/core.xml" Id="Rdc06590f12f54ede" /><Relationship Type="http://schemas.openxmlformats.org/officeDocument/2006/relationships/extended-properties" Target="/docProps/app.xml" Id="R06692edfd16c478d" /><Relationship Type="http://schemas.openxmlformats.org/officeDocument/2006/relationships/custom-properties" Target="/docProps/custom.xml" Id="Rbc413eaa774b439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bb0d23da0cf4468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b0d23da0cf4468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40802234fb4f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c61ed39334f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7b189c2da646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782e8f43448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71198bcac424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23e3421fefd471f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f2df617034f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432000" y="936000"/>
            <a:ext cx="1152000" cy="792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>
            <a:solidFill>
              <a:srgbClr val="1F5F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432000" y="1764000"/>
            <a:ext cx="1296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/>
              <a:t>arc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1872000" y="936000"/>
            <a:ext cx="1152000" cy="7920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>
            <a:solidFill>
              <a:srgbClr val="1F5F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1872000" y="1764000"/>
            <a:ext cx="1296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/>
              <a:t>cube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3312000" y="936000"/>
            <a:ext cx="1152000" cy="792000"/>
          </a:xfrm>
          <a:prstGeom xmlns:a="http://schemas.openxmlformats.org/drawingml/2006/main" prst="rightBrace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>
            <a:solidFill>
              <a:srgbClr val="1F5F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5" name="TextBox 6"/>
          <p:cNvSpPr txBox="1"/>
          <p:nvPr/>
        </p:nvSpPr>
        <p:spPr>
          <a:xfrm xmlns:a="http://schemas.openxmlformats.org/drawingml/2006/main">
            <a:off x="3312000" y="1764000"/>
            <a:ext cx="1296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/>
              <a:t>rightBrace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4752000" y="936000"/>
            <a:ext cx="1152000" cy="792000"/>
          </a:xfrm>
          <a:prstGeom xmlns:a="http://schemas.openxmlformats.org/drawingml/2006/main" prst="leftBrace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>
            <a:solidFill>
              <a:srgbClr val="1F5F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TextBox 8"/>
          <p:cNvSpPr txBox="1"/>
          <p:nvPr/>
        </p:nvSpPr>
        <p:spPr>
          <a:xfrm xmlns:a="http://schemas.openxmlformats.org/drawingml/2006/main">
            <a:off x="4752000" y="1764000"/>
            <a:ext cx="1296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/>
              <a:t>leftBrace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6192000" y="936000"/>
            <a:ext cx="1152000" cy="792000"/>
          </a:xfrm>
          <a:prstGeom xmlns:a="http://schemas.openxmlformats.org/drawingml/2006/main" prst="donu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>
            <a:solidFill>
              <a:srgbClr val="1F5F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9" name="TextBox 10"/>
          <p:cNvSpPr txBox="1"/>
          <p:nvPr/>
        </p:nvSpPr>
        <p:spPr>
          <a:xfrm xmlns:a="http://schemas.openxmlformats.org/drawingml/2006/main">
            <a:off x="6192000" y="1764000"/>
            <a:ext cx="1296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/>
              <a:t>donut</a:t>
            </a:r>
          </a:p>
        </p:txBody>
      </p:sp>
      <p:sp>
        <p:nvSpPr>
          <p:cNvPr id="100010" name="TextBox 11"/>
          <p:cNvSpPr/>
          <p:nvPr/>
        </p:nvSpPr>
        <p:spPr>
          <a:xfrm xmlns:a="http://schemas.openxmlformats.org/drawingml/2006/main">
            <a:off x="7632000" y="936000"/>
            <a:ext cx="1152000" cy="792000"/>
          </a:xfrm>
          <a:prstGeom xmlns:a="http://schemas.openxmlformats.org/drawingml/2006/main" prst="bentArrow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>
            <a:solidFill>
              <a:srgbClr val="1F5F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1" name="TextBox 12"/>
          <p:cNvSpPr txBox="1"/>
          <p:nvPr/>
        </p:nvSpPr>
        <p:spPr>
          <a:xfrm xmlns:a="http://schemas.openxmlformats.org/drawingml/2006/main">
            <a:off x="7632000" y="1764000"/>
            <a:ext cx="1296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/>
              <a:t>bentArrow</a:t>
            </a:r>
          </a:p>
        </p:txBody>
      </p:sp>
      <p:sp>
        <p:nvSpPr>
          <p:cNvPr id="100012" name="TextBox 13"/>
          <p:cNvSpPr/>
          <p:nvPr/>
        </p:nvSpPr>
        <p:spPr>
          <a:xfrm xmlns:a="http://schemas.openxmlformats.org/drawingml/2006/main">
            <a:off x="432000" y="2160000"/>
            <a:ext cx="1152000" cy="792000"/>
          </a:xfrm>
          <a:prstGeom xmlns:a="http://schemas.openxmlformats.org/drawingml/2006/main" prst="cloudCallou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>
            <a:solidFill>
              <a:srgbClr val="1F5F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3" name="TextBox 14"/>
          <p:cNvSpPr txBox="1"/>
          <p:nvPr/>
        </p:nvSpPr>
        <p:spPr>
          <a:xfrm xmlns:a="http://schemas.openxmlformats.org/drawingml/2006/main">
            <a:off x="432000" y="2988000"/>
            <a:ext cx="1296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/>
              <a:t>cloudCallout</a:t>
            </a:r>
          </a:p>
        </p:txBody>
      </p:sp>
      <p:sp>
        <p:nvSpPr>
          <p:cNvPr id="100014" name="TextBox 15"/>
          <p:cNvSpPr/>
          <p:nvPr/>
        </p:nvSpPr>
        <p:spPr>
          <a:xfrm xmlns:a="http://schemas.openxmlformats.org/drawingml/2006/main">
            <a:off x="1872000" y="2160000"/>
            <a:ext cx="1152000" cy="792000"/>
          </a:xfrm>
          <a:prstGeom xmlns:a="http://schemas.openxmlformats.org/drawingml/2006/main" prst="wedgeRectCallou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>
            <a:solidFill>
              <a:srgbClr val="1F5F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5" name="TextBox 16"/>
          <p:cNvSpPr txBox="1"/>
          <p:nvPr/>
        </p:nvSpPr>
        <p:spPr>
          <a:xfrm xmlns:a="http://schemas.openxmlformats.org/drawingml/2006/main">
            <a:off x="1872000" y="2988000"/>
            <a:ext cx="1296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/>
              <a:t>wedgeRectCallout</a:t>
            </a:r>
          </a:p>
        </p:txBody>
      </p:sp>
      <p:sp>
        <p:nvSpPr>
          <p:cNvPr id="100016" name="TextBox 17"/>
          <p:cNvSpPr/>
          <p:nvPr/>
        </p:nvSpPr>
        <p:spPr>
          <a:xfrm xmlns:a="http://schemas.openxmlformats.org/drawingml/2006/main">
            <a:off x="3312000" y="2160000"/>
            <a:ext cx="1152000" cy="792000"/>
          </a:xfrm>
          <a:prstGeom xmlns:a="http://schemas.openxmlformats.org/drawingml/2006/main" prst="wedgeRoundRectCallou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>
            <a:solidFill>
              <a:srgbClr val="1F5F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7" name="TextBox 18"/>
          <p:cNvSpPr txBox="1"/>
          <p:nvPr/>
        </p:nvSpPr>
        <p:spPr>
          <a:xfrm xmlns:a="http://schemas.openxmlformats.org/drawingml/2006/main">
            <a:off x="3312000" y="2988000"/>
            <a:ext cx="1296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/>
              <a:t>wedgeRoundRectCallout</a:t>
            </a:r>
          </a:p>
        </p:txBody>
      </p:sp>
      <p:sp>
        <p:nvSpPr>
          <p:cNvPr id="100018" name="TextBox 19"/>
          <p:cNvSpPr/>
          <p:nvPr/>
        </p:nvSpPr>
        <p:spPr>
          <a:xfrm xmlns:a="http://schemas.openxmlformats.org/drawingml/2006/main">
            <a:off x="4752000" y="2160000"/>
            <a:ext cx="1152000" cy="792000"/>
          </a:xfrm>
          <a:prstGeom xmlns:a="http://schemas.openxmlformats.org/drawingml/2006/main" prst="ribbon2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>
            <a:solidFill>
              <a:srgbClr val="1F5F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9" name="TextBox 20"/>
          <p:cNvSpPr txBox="1"/>
          <p:nvPr/>
        </p:nvSpPr>
        <p:spPr>
          <a:xfrm xmlns:a="http://schemas.openxmlformats.org/drawingml/2006/main">
            <a:off x="4752000" y="2988000"/>
            <a:ext cx="1296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/>
              <a:t>ribbon2</a:t>
            </a:r>
          </a:p>
        </p:txBody>
      </p:sp>
      <p:sp>
        <p:nvSpPr>
          <p:cNvPr id="100020" name="TextBox 21"/>
          <p:cNvSpPr/>
          <p:nvPr/>
        </p:nvSpPr>
        <p:spPr>
          <a:xfrm xmlns:a="http://schemas.openxmlformats.org/drawingml/2006/main">
            <a:off x="6192000" y="2160000"/>
            <a:ext cx="1152000" cy="792000"/>
          </a:xfrm>
          <a:prstGeom xmlns:a="http://schemas.openxmlformats.org/drawingml/2006/main" prst="swooshArrow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>
            <a:solidFill>
              <a:srgbClr val="1F5F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1" name="TextBox 22"/>
          <p:cNvSpPr txBox="1"/>
          <p:nvPr/>
        </p:nvSpPr>
        <p:spPr>
          <a:xfrm xmlns:a="http://schemas.openxmlformats.org/drawingml/2006/main">
            <a:off x="6192000" y="2988000"/>
            <a:ext cx="1296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/>
              <a:t>swooshArrow</a:t>
            </a:r>
          </a:p>
        </p:txBody>
      </p:sp>
      <p:sp>
        <p:nvSpPr>
          <p:cNvPr id="100022" name="TextBox 23"/>
          <p:cNvSpPr/>
          <p:nvPr/>
        </p:nvSpPr>
        <p:spPr>
          <a:xfrm xmlns:a="http://schemas.openxmlformats.org/drawingml/2006/main">
            <a:off x="7632000" y="2160000"/>
            <a:ext cx="1152000" cy="792000"/>
          </a:xfrm>
          <a:prstGeom xmlns:a="http://schemas.openxmlformats.org/drawingml/2006/main" prst="circularArrow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>
            <a:solidFill>
              <a:srgbClr val="1F5F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3" name="TextBox 24"/>
          <p:cNvSpPr txBox="1"/>
          <p:nvPr/>
        </p:nvSpPr>
        <p:spPr>
          <a:xfrm xmlns:a="http://schemas.openxmlformats.org/drawingml/2006/main">
            <a:off x="7632000" y="2988000"/>
            <a:ext cx="1296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/>
              <a:t>circularArrow</a:t>
            </a:r>
          </a:p>
        </p:txBody>
      </p:sp>
      <p:sp>
        <p:nvSpPr>
          <p:cNvPr id="100024" name="TextBox 25"/>
          <p:cNvSpPr/>
          <p:nvPr/>
        </p:nvSpPr>
        <p:spPr>
          <a:xfrm xmlns:a="http://schemas.openxmlformats.org/drawingml/2006/main">
            <a:off x="432000" y="3384000"/>
            <a:ext cx="1152000" cy="792000"/>
          </a:xfrm>
          <a:prstGeom xmlns:a="http://schemas.openxmlformats.org/drawingml/2006/main" prst="foldedCorner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>
            <a:solidFill>
              <a:srgbClr val="1F5F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5" name="TextBox 26"/>
          <p:cNvSpPr txBox="1"/>
          <p:nvPr/>
        </p:nvSpPr>
        <p:spPr>
          <a:xfrm xmlns:a="http://schemas.openxmlformats.org/drawingml/2006/main">
            <a:off x="432000" y="4212000"/>
            <a:ext cx="1296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/>
              <a:t>foldedCorner</a:t>
            </a:r>
          </a:p>
        </p:txBody>
      </p:sp>
      <p:sp>
        <p:nvSpPr>
          <p:cNvPr id="100026" name="TextBox 27"/>
          <p:cNvSpPr/>
          <p:nvPr/>
        </p:nvSpPr>
        <p:spPr>
          <a:xfrm xmlns:a="http://schemas.openxmlformats.org/drawingml/2006/main">
            <a:off x="1872000" y="3384000"/>
            <a:ext cx="1152000" cy="79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>
            <a:solidFill>
              <a:srgbClr val="1F5F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7" name="TextBox 28"/>
          <p:cNvSpPr txBox="1"/>
          <p:nvPr/>
        </p:nvSpPr>
        <p:spPr>
          <a:xfrm xmlns:a="http://schemas.openxmlformats.org/drawingml/2006/main">
            <a:off x="1872000" y="4212000"/>
            <a:ext cx="1296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/>
              <a:t>ellipse</a:t>
            </a:r>
          </a:p>
        </p:txBody>
      </p:sp>
      <p:sp>
        <p:nvSpPr>
          <p:cNvPr id="100028" name="TextBox 29"/>
          <p:cNvSpPr/>
          <p:nvPr/>
        </p:nvSpPr>
        <p:spPr>
          <a:xfrm xmlns:a="http://schemas.openxmlformats.org/drawingml/2006/main">
            <a:off x="3312000" y="3384000"/>
            <a:ext cx="1152000" cy="79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>
            <a:solidFill>
              <a:srgbClr val="1F5F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9" name="TextBox 30"/>
          <p:cNvSpPr txBox="1"/>
          <p:nvPr/>
        </p:nvSpPr>
        <p:spPr>
          <a:xfrm xmlns:a="http://schemas.openxmlformats.org/drawingml/2006/main">
            <a:off x="3312000" y="4212000"/>
            <a:ext cx="1296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/>
              <a:t>roundRect</a:t>
            </a:r>
          </a:p>
        </p:txBody>
      </p:sp>
      <p:sp>
        <p:nvSpPr>
          <p:cNvPr id="100030" name="TextBox 31"/>
          <p:cNvSpPr/>
          <p:nvPr/>
        </p:nvSpPr>
        <p:spPr>
          <a:xfrm xmlns:a="http://schemas.openxmlformats.org/drawingml/2006/main">
            <a:off x="4752000" y="3384000"/>
            <a:ext cx="1152000" cy="7920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>
            <a:solidFill>
              <a:srgbClr val="1F5F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1" name="TextBox 32"/>
          <p:cNvSpPr txBox="1"/>
          <p:nvPr/>
        </p:nvSpPr>
        <p:spPr>
          <a:xfrm xmlns:a="http://schemas.openxmlformats.org/drawingml/2006/main">
            <a:off x="4752000" y="4212000"/>
            <a:ext cx="1296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/>
              <a:t>chevron</a:t>
            </a:r>
          </a:p>
        </p:txBody>
      </p:sp>
      <p:sp>
        <p:nvSpPr>
          <p:cNvPr id="100032" name="TextBox 33"/>
          <p:cNvSpPr/>
          <p:nvPr/>
        </p:nvSpPr>
        <p:spPr>
          <a:xfrm xmlns:a="http://schemas.openxmlformats.org/drawingml/2006/main">
            <a:off x="6192000" y="3384000"/>
            <a:ext cx="1152000" cy="792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>
            <a:solidFill>
              <a:srgbClr val="1F5F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3" name="TextBox 34"/>
          <p:cNvSpPr txBox="1"/>
          <p:nvPr/>
        </p:nvSpPr>
        <p:spPr>
          <a:xfrm xmlns:a="http://schemas.openxmlformats.org/drawingml/2006/main">
            <a:off x="6192000" y="4212000"/>
            <a:ext cx="1296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/>
              <a:t>triangle</a:t>
            </a:r>
          </a:p>
        </p:txBody>
      </p:sp>
      <p:sp>
        <p:nvSpPr>
          <p:cNvPr id="100034" name="TextBox 35"/>
          <p:cNvSpPr/>
          <p:nvPr/>
        </p:nvSpPr>
        <p:spPr>
          <a:xfrm xmlns:a="http://schemas.openxmlformats.org/drawingml/2006/main">
            <a:off x="7632000" y="3384000"/>
            <a:ext cx="1152000" cy="792000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>
            <a:solidFill>
              <a:srgbClr val="1F5F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5" name="TextBox 36"/>
          <p:cNvSpPr txBox="1"/>
          <p:nvPr/>
        </p:nvSpPr>
        <p:spPr>
          <a:xfrm xmlns:a="http://schemas.openxmlformats.org/drawingml/2006/main">
            <a:off x="7632000" y="4212000"/>
            <a:ext cx="1296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/>
              <a:t>homePlate</a:t>
            </a:r>
          </a:p>
        </p:txBody>
      </p:sp>
      <p:sp>
        <p:nvSpPr>
          <p:cNvPr id="100036" name="TextBox 37"/>
          <p:cNvSpPr txBox="1"/>
          <p:nvPr/>
        </p:nvSpPr>
        <p:spPr>
          <a:xfrm xmlns:a="http://schemas.openxmlformats.org/drawingml/2006/main">
            <a:off x="432000" y="288000"/>
            <a:ext cx="86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/>
              <a:t>prstGeom smoke test - synthetic, no third-party content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OfficeCLI/1.0.151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2026-09-18T08:59:24Z</dcterms:created>
  <cp:lastModifiedBy>OfficeCLI</cp:lastModifiedBy>
  <dcterms:modified xsi:type="dcterms:W3CDTF">2026-09-18T08:59:24Z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1.0.151</vt:lpwstr>
  </op:property>
  <op:property fmtid="{D5CDD505-2E9C-101B-9397-08002B2CF9AE}" pid="3" name="OfficeCLI.LastModified">
    <vt:lpwstr xmlns:vt="http://schemas.openxmlformats.org/officeDocument/2006/docPropsVTypes">2026-09-18T08:59:25Z</vt:lpwstr>
  </op:property>
</op:Properties>
</file>