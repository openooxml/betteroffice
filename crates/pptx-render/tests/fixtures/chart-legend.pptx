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
  
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/Relationships>
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t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l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Northwestern international division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Southeastern international division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b"/>
      <c:overlay val="0"/>
    </c:legend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t"/>
      <c:overlay val="0"/>
      <c:txPr>
        <a:bodyPr/>
        <a:lstStyle/>
        <a:p>
          <a:pPr>
            <a:defRPr sz="3000"/>
          </a:pPr>
        </a:p>
      </c:txPr>
    </c:legend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r"/>
      <c:overlay val="0"/>
    </c:legend>
    <c:plotVisOnly val="1"/>
  </c:chart>
</c:chartSpace>
</file>

<file path=ppt/charts/chart8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b"/>
      <c:overlay val="0"/>
    </c:legend>
    <c:plotVisOnly val="1"/>
  </c:chart>
</c:chartSpace>
</file>

<file path=ppt/charts/chart9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WWWWWWWWWW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MMMMMMMMMM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b"/>
      <c:overlay val="0"/>
    </c:legend>
    <c:plotVisOnly val="1"/>
  </c:chart>
</c:chartSpace>
</file>

<file path=ppt/charts/chart10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Revenue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 idx="0">
                  <c:v>Northwestern international division with offices across the entire continent</c:v>
                </c:pt>
              </c:strCache>
            </c:strRef>
          </c:tx>
          <c:spPr>
            <a:solidFill>
              <a:schemeClr val="accent1"/>
            </a:solidFill>
          </c:spPr>
          <c:dLbls>
            <c:showVal val="1"/>
          </c:dLbls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 idx="0">
                  <c:v>12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 idx="0">
                  <c:v>Southeastern international division with offices across the entire continent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tle>
          <c:tx>
            <c:rich>
              <a:p>
                <a:r>
                  <a:t>Quarter</a:t>
                </a:r>
              </a:p>
            </c:rich>
          </c:tx>
        </c:title>
        <c:crossAx val="222222222"/>
      </c:catAx>
      <c:valAx>
        <c:axId val="222222222"/>
        <c:scaling>
          <c:orientation val="minMax"/>
          <c:min val="0"/>
          <c:max val="25"/>
        </c:scaling>
        <c:delete val="0"/>
        <c:axPos val="l"/>
        <c:title>
          <c:tx>
            <c:rich>
              <a:p>
                <a:r>
                  <a:t>Millions</a:t>
                </a:r>
              </a:p>
            </c:rich>
          </c:tx>
        </c:title>
        <c:numFmt formatCode="#,##0" sourceLinked="0"/>
        <c:majorTickMark val="out"/>
        <c:minorTickMark val="none"/>
        <c:tickLblPos val="nextTo"/>
        <c:crossAx val="111111111"/>
      </c:val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
  <Relationship Id="rId3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2.xml"/>
  
  <Relationship Id="rId3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3.xml"/>
  
  <Relationship Id="rId3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4.xml"/>
  
  <Relationship Id="rId3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5.xml"/>
  
  <Relationship Id="rId3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6.xml"/>
  
  <Relationship Id="rId3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7.xml"/>
  
  <Relationship Id="rId3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8.xml"/>
  
  <Relationship Id="rId3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9.xml"/>
  
  <Relationship Id="rId3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0.xml"/>
  
  <Relationship Id="rId3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19050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19050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s">
    <p:spTree>
      <p:nvGrpSpPr>
        <p:cNvPr id="1" name=""/>
        <p:cNvGrpSpPr/>
        <p:nvPr/>
      </p:nvGrpSpPr>
      <p:grpSpPr/>
      <p:graphicFrame>
        <p:nvGraphicFramePr>
          <p:cNvPr id="2" name="Revenue chart"/>
          <p:cNvGraphicFramePr/>
          <p:nvPr/>
        </p:nvGraphicFramePr>
        <p:xfrm>
          <a:off x="914400" y="914400"/>
          <a:ext cx="19050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

<file path=ppt/theme/theme1.xml><?xml version="1.0" encoding="utf-8"?>
<a:theme xmlns:a="http://schemas.openxmlformats.org/drawingml/2006/main" name="Chart Deck">
  <a:themeElements>
    <a:clrScheme name="Chart Deck">
      <a:dk1>
        <a:sysClr val="windowText" lastClr="000000"/>
      </a:dk1>
      <a:lt1>
        <a:sysClr val="window" lastClr="FFFFFF"/>
      </a:lt1>
      <a:dk2>
        <a:srgbClr val="1F2933"/>
      </a:dk2>
      <a:lt2>
        <a:srgbClr val="F5F7FA"/>
      </a:lt2>
      <a:accent1>
        <a:srgbClr val="6254E7"/>
      </a:accent1>
      <a:accent2>
        <a:srgbClr val="1FA97A"/>
      </a:accent2>
      <a:accent3>
        <a:srgbClr val="E7A954"/>
      </a:accent3>
      <a:accent4>
        <a:srgbClr val="E75462"/>
      </a:accent4>
      <a:accent5>
        <a:srgbClr val="54B8E7"/>
      </a:accent5>
      <a:accent6>
        <a:srgbClr val="9754E7"/>
      </a:accent6>
      <a:hlink>
        <a:srgbClr val="0563C1"/>
      </a:hlink>
      <a:folHlink>
        <a:srgbClr val="954F72"/>
      </a:folHlink>
    </a:clrScheme>
    <a:fontScheme name="Chart 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rt Deck"/>
  </a:themeElements>
</a:theme>
</file>