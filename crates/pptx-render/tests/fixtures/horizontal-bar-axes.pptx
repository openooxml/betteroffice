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
</file>

<file path=ppt/charts/chart1.xml><?xml version="1.0" encoding="utf-8"?>
<c:chartSpace xmlns:a="http://schemas.openxmlformats.org/drawingml/2006/main" xmlns:c="http://schemas.openxmlformats.org/drawingml/2006/chart">
  <c:chart>
    <c:title>
      <c:tx>
        <c:rich>
          <a:p>
            <a:r>
              <a:t>Revenue</a:t>
            </a:r>
          </a:p>
        </c:rich>
      </c:tx>
    </c:title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40"/>
        </c:scaling>
        <c:delete val="0"/>
        <c:axPos val="b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  <c:majorUnit val="10"/>
        <c:majorGridlines/>
      </c:valAx>
    </c:plotArea>
    <c:legend>
      <c:legendPos val="r"/>
      <c:overlay val="0"/>
    </c:legend>
    <c:plotVisOnly val="1"/>
  </c:chart>
</c:chartSpace>
</file>

<file path=ppt/charts/chart2.xml><?xml version="1.0" encoding="utf-8"?>
<c:chartSpace xmlns:a="http://schemas.openxmlformats.org/drawingml/2006/main" xmlns:c="http://schemas.openxmlformats.org/drawingml/2006/chart">
  <c:chart>
    <c:title>
      <c:tx>
        <c:rich>
          <a:p>
            <a:r>
              <a:t>Revenue</a:t>
            </a:r>
          </a:p>
        </c:rich>
      </c:tx>
    </c:title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40"/>
        </c:scaling>
        <c:delete val="0"/>
        <c:axPos val="b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  <c:majorUnit val="10"/>
        <c:majorGridlines/>
      </c:valAx>
    </c:plotArea>
    <c:legend>
      <c:legendPos val="r"/>
      <c:overlay val="0"/>
    </c:legend>
    <c:plotVisOnly val="1"/>
  </c:chart>
</c:chartSpace>
</file>

<file path=ppt/charts/chart3.xml><?xml version="1.0" encoding="utf-8"?>
<c:chartSpace xmlns:a="http://schemas.openxmlformats.org/drawingml/2006/main" xmlns:c="http://schemas.openxmlformats.org/drawingml/2006/chart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40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  <c:majorUnit val="10"/>
        <c:majorGridlines/>
      </c:valAx>
    </c:plotArea>
    <c:legend>
      <c:legendPos val="r"/>
      <c:overlay val="0"/>
    </c:legend>
    <c:plotVisOnly val="1"/>
  </c:chart>
</c:chartSpace>
</file>

<file path=ppt/charts/chart4.xml><?xml version="1.0" encoding="utf-8"?>
<c:chartSpace xmlns:a="http://schemas.openxmlformats.org/drawingml/2006/main" xmlns:c="http://schemas.openxmlformats.org/drawingml/2006/chart">
  <c:chart>
    <c:title>
      <c:tx>
        <c:rich>
          <a:p>
            <a:r>
              <a:t>Revenue</a:t>
            </a:r>
          </a:p>
        </c:rich>
      </c:tx>
    </c:title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111111"/>
        <c:axId val="222222222"/>
      </c:barChar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3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3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3333333"/>
        <c:axId val="444444444"/>
      </c:barChart>
      <c:catAx>
        <c:axId val="111111111"/>
        <c:scaling>
          <c:orientation val="minMax"/>
        </c:scaling>
        <c:delete val="0"/>
        <c:axPos val="l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40"/>
        </c:scaling>
        <c:delete val="0"/>
        <c:axPos val="b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  <c:majorUnit val="10"/>
        <c:majorGridlines/>
        <c:minorUnit val="5"/>
        <c:minorGridlines/>
      </c:valAx>
      <c:catAx>
        <c:axId val="333333333"/>
        <c:scaling>
          <c:orientation val="minMax"/>
        </c:scaling>
        <c:delete val="0"/>
        <c:axPos val="l"/>
        <c:title>
          <c:tx>
            <c:rich>
              <a:p>
                <a:r>
                  <a:t>Quarter</a:t>
                </a:r>
              </a:p>
            </c:rich>
          </c:tx>
        </c:title>
        <c:crossAx val="444444444"/>
      </c:catAx>
      <c:valAx>
        <c:axId val="444444444"/>
        <c:scaling>
          <c:orientation val="minMax"/>
          <c:min val="0"/>
          <c:max val="80"/>
        </c:scaling>
        <c:delete val="0"/>
        <c:axPos val="t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333333333"/>
        <c:majorUnit val="20"/>
        <c:majorGridlines/>
        <c:minorUnit val="10"/>
        <c:minorGridlines/>
      </c:valAx>
    </c:plotArea>
    <c:legend>
      <c:legendPos val="r"/>
      <c:overlay val="0"/>
    </c:legend>
    <c:plotVisOnly val="1"/>
  </c:chart>
</c:chartSpace>
</file>

<file path=ppt/charts/chart5.xml><?xml version="1.0" encoding="utf-8"?>
<c:chartSpace xmlns:a="http://schemas.openxmlformats.org/drawingml/2006/main" xmlns:c="http://schemas.openxmlformats.org/drawingml/2006/chart">
  <c:chart>
    <c:title>
      <c:tx>
        <c:rich>
          <a:p>
            <a:r>
              <a:t>Revenue</a:t>
            </a:r>
          </a:p>
        </c:rich>
      </c:tx>
    </c:title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axMin"/>
          <c:min val="0"/>
          <c:max val="40"/>
        </c:scaling>
        <c:delete val="0"/>
        <c:axPos val="b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  <c:majorUnit val="10"/>
        <c:majorGridlines/>
      </c:valAx>
    </c:plotArea>
    <c:legend>
      <c:legendPos val="r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1.xml"/>
  <Relationship Id="rId3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2.xml"/>
  <Relationship Id="rId3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3.xml"/>
  <Relationship Id="rId3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4.xml"/>
  <Relationship Id="rId3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5.xml"/>
  <Relationship Id="rId3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1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2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3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4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labels 5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theme/theme1.xml><?xml version="1.0" encoding="utf-8"?>
<a:theme xmlns:a="http://schemas.openxmlformats.org/drawingml/2006/main" name="Chart Deck">
  <a:themeElements>
    <a:clrScheme name="Chart Deck">
      <a:dk1>
        <a:sysClr val="windowText" lastClr="000000"/>
      </a:dk1>
      <a:lt1>
        <a:sysClr val="window" lastClr="FFFFFF"/>
      </a:lt1>
      <a:dk2>
        <a:srgbClr val="1F2933"/>
      </a:dk2>
      <a:lt2>
        <a:srgbClr val="F5F7FA"/>
      </a:lt2>
      <a:accent1>
        <a:srgbClr val="6254E7"/>
      </a:accent1>
      <a:accent2>
        <a:srgbClr val="1FA97A"/>
      </a:accent2>
      <a:accent3>
        <a:srgbClr val="E7A954"/>
      </a:accent3>
      <a:accent4>
        <a:srgbClr val="E75462"/>
      </a:accent4>
      <a:accent5>
        <a:srgbClr val="54B8E7"/>
      </a:accent5>
      <a:accent6>
        <a:srgbClr val="9754E7"/>
      </a:accent6>
      <a:hlink>
        <a:srgbClr val="0563C1"/>
      </a:hlink>
      <a:folHlink>
        <a:srgbClr val="954F72"/>
      </a:folHlink>
    </a:clrScheme>
    <a:fontScheme name="Chart 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rt Deck"/>
  </a:themeElements>
</a:theme>
</file>