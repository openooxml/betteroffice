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unused-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6858000" cy="27432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Relationships xmlns="http://schemas.openxmlformats.org/package/2006/relationships"><Relationship Id="rId1" Type="http://schemas.openxmlformats.org/officeDocument/2006/relationships/image" Target="../media/metafile-text.emf"/><Relationship Id="rId2" Type="http://schemas.openxmlformats.org/officeDocument/2006/relationships/image" Target="../media/metafile-bitmap-line.emf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v="urn:schemas-microsoft-com:vml">
  <p:cSld>
    <p:spTree>
      <p:nvGrpSpPr>
        <p:cNvPr id="1" name=""/>
        <p:cNvGrpSpPr/>
        <p:nvPr/>
      </p:nvGrpSpPr>
      <p:grpSpPr/>
      <p:pic>
        <p:nvPicPr>
          <p:cNvPr id="2" name="EMF"/>
          <p:cNvPicPr/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914400" cy="914400"/>
          </a:xfrm>
          <a:prstGeom prst="rect">
            <a:avLst/>
          </a:prstGeom>
        </p:spPr>
      </p:pic>
      <p:pic>
        <p:nvPicPr>
          <p:cNvPr id="3" name="WMF"/>
          <p:cNvPicPr/>
          <p:nvPr/>
        </p:nvPicPr>
        <p:blipFill>
          <a:blip r:embed="rId2"/>
          <a:stretch>
            <a:fillRect/>
          </a:stretch>
        </p:blipFill>
        <p:spPr>
          <a:xfrm>
            <a:off x="2057400" y="914400"/>
            <a:ext cx="914400" cy="914400"/>
          </a:xfrm>
          <a:prstGeom prst="rect">
            <a:avLst/>
          </a:prstGeom>
        </p:spPr>
      </p:pic>
    </p:spTree>
  </p:cSld>
</p:sld>
</file>