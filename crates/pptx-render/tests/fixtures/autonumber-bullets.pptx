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" name="List 10"/>
          <p:cNvSpPr txBox="1"/>
          <p:nvPr/>
        </p:nvSpPr>
        <p:spPr>
          <a:xfrm>
            <a:off x="457200" y="304800"/>
            <a:ext cx="2286000" cy="4953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rabicPeriod"/>
            </a:pPr>
            <a:r>
              <a:t>Parent one</a:t>
            </a:r>
          </a:p>
          <a:p>
            <a:pPr lvl="1" marL="685800" indent="-342900">
              <a:buChar char="–"/>
            </a:pPr>
            <a:r>
              <a:t>Nested bullet 1</a:t>
            </a:r>
          </a:p>
          <a:p>
            <a:pPr lvl="1" marL="685800" indent="-342900">
              <a:buChar char="–"/>
            </a:pPr>
            <a:r>
              <a:t>Nested bullet 2</a:t>
            </a:r>
          </a:p>
          <a:p>
            <a:pPr lvl="1" marL="685800" indent="-342900">
              <a:buChar char="–"/>
            </a:pPr>
            <a:r>
              <a:t>Nested bullet 3</a:t>
            </a:r>
          </a:p>
          <a:p>
            <a:pPr lvl="1" marL="685800" indent="-342900">
              <a:buChar char="–"/>
            </a:pPr>
            <a:r>
              <a:t>Nested bullet 4</a:t>
            </a:r>
          </a:p>
          <a:p>
            <a:pPr lvl="1" marL="685800" indent="-342900">
              <a:buChar char="–"/>
            </a:pPr>
            <a:r>
              <a:t>Nested bullet 5</a:t>
            </a:r>
          </a:p>
          <a:p>
            <a:pPr lvl="1" marL="685800" indent="-342900">
              <a:buChar char="–"/>
            </a:pPr>
            <a:r>
              <a:t>Nested bullet 6</a:t>
            </a:r>
          </a:p>
          <a:p>
            <a:pPr lvl="0" marL="342900" indent="-342900">
              <a:buAutoNum type="arabicPeriod"/>
            </a:pPr>
            <a:r>
              <a:t>Parent 2</a:t>
            </a:r>
          </a:p>
          <a:p>
            <a:pPr lvl="0" marL="342900" indent="-342900">
              <a:buAutoNum type="arabicPeriod"/>
            </a:pPr>
            <a:r>
              <a:t>Parent 3</a:t>
            </a:r>
          </a:p>
          <a:p>
            <a:pPr lvl="0" marL="342900" indent="-342900">
              <a:buAutoNum type="arabicPeriod"/>
            </a:pPr>
            <a:r>
              <a:t>Parent 4</a:t>
            </a:r>
          </a:p>
        </p:txBody>
      </p:sp>
      <p:sp>
        <p:nvSpPr>
          <p:cNvPr id="11" name="List 11"/>
          <p:cNvSpPr txBox="1"/>
          <p:nvPr/>
        </p:nvSpPr>
        <p:spPr>
          <a:xfrm>
            <a:off x="3048000" y="304800"/>
            <a:ext cx="2190750" cy="4953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rabicPeriod"/>
            </a:pPr>
            <a:r>
              <a:t>Item 1</a:t>
            </a:r>
          </a:p>
          <a:p>
            <a:pPr lvl="0" marL="342900" indent="-342900">
              <a:buAutoNum type="arabicPeriod"/>
            </a:pPr>
            <a:r>
              <a:t>Item 2</a:t>
            </a:r>
          </a:p>
          <a:p>
            <a:pPr lvl="0" marL="342900" indent="-342900">
              <a:buAutoNum type="arabicPeriod"/>
            </a:pPr>
            <a:r>
              <a:t>Item 3</a:t>
            </a:r>
          </a:p>
          <a:p>
            <a:pPr lvl="0" marL="342900" indent="-342900">
              <a:buAutoNum type="arabicPeriod"/>
            </a:pPr>
            <a:r>
              <a:t>Item 4</a:t>
            </a:r>
          </a:p>
          <a:p>
            <a:pPr lvl="0" marL="342900" indent="-342900">
              <a:buAutoNum type="arabicPeriod"/>
            </a:pPr>
            <a:r>
              <a:t>Item 5</a:t>
            </a:r>
          </a:p>
          <a:p>
            <a:pPr lvl="0" marL="342900" indent="-342900">
              <a:buAutoNum type="arabicPeriod"/>
            </a:pPr>
            <a:r>
              <a:t>Item 6</a:t>
            </a:r>
          </a:p>
          <a:p>
            <a:pPr lvl="0" marL="342900" indent="-342900">
              <a:buAutoNum type="arabicPeriod"/>
            </a:pPr>
            <a:r>
              <a:t>Item 7</a:t>
            </a:r>
          </a:p>
          <a:p>
            <a:pPr lvl="0" marL="342900" indent="-342900">
              <a:buAutoNum type="arabicPeriod"/>
            </a:pPr>
            <a:r>
              <a:t>Item 8</a:t>
            </a:r>
          </a:p>
          <a:p>
            <a:pPr lvl="0" marL="342900" indent="-342900">
              <a:buAutoNum type="arabicPeriod"/>
            </a:pPr>
            <a:r>
              <a:t>Item 9</a:t>
            </a:r>
          </a:p>
          <a:p>
            <a:pPr lvl="0" marL="342900" indent="-342900">
              <a:buAutoNum type="arabicPeriod"/>
            </a:pPr>
            <a:r>
              <a:t>Item 10</a:t>
            </a:r>
          </a:p>
        </p:txBody>
      </p:sp>
      <p:sp>
        <p:nvSpPr>
          <p:cNvPr id="12" name="List 12"/>
          <p:cNvSpPr txBox="1"/>
          <p:nvPr/>
        </p:nvSpPr>
        <p:spPr>
          <a:xfrm>
            <a:off x="5524500" y="304800"/>
            <a:ext cx="2381250" cy="1905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rabicPeriod" startAt="7"/>
            </a:pPr>
            <a:r>
              <a:t>Start at seven</a:t>
            </a:r>
          </a:p>
          <a:p>
            <a:pPr lvl="0" marL="342900" indent="-342900">
              <a:buAutoNum type="arabicPeriod"/>
            </a:pPr>
            <a:r>
              <a:t>Continue at eight</a:t>
            </a:r>
          </a:p>
          <a:p>
            <a:pPr lvl="0" marL="342900" indent="-342900">
              <a:buAutoNum type="arabicPeriod" startAt="1"/>
            </a:pPr>
            <a:r>
              <a:t>Restart at one</a:t>
            </a:r>
          </a:p>
          <a:p>
            <a:pPr lvl="0" marL="342900" indent="-342900">
              <a:buAutoNum type="arabicPeriod"/>
            </a:pPr>
            <a:r>
              <a:t>Continue at two</a:t>
            </a:r>
          </a:p>
        </p:txBody>
      </p:sp>
      <p:sp>
        <p:nvSpPr>
          <p:cNvPr id="13" name="List 13"/>
          <p:cNvSpPr txBox="1"/>
          <p:nvPr/>
        </p:nvSpPr>
        <p:spPr>
          <a:xfrm>
            <a:off x="5524500" y="2143125"/>
            <a:ext cx="2381250" cy="9525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  <a:lvl1pPr>
              <a:buAutoNum type="arabicPeriod" startAt="7"/>
            </a:lvl1pPr>
          </a:lstStyle>
          <a:p>
            <a:pPr lvl="0" marL="342900" indent="-342900"/>
            <a:r>
              <a:t>Inherited seven</a:t>
            </a:r>
          </a:p>
          <a:p>
            <a:pPr lvl="0" marL="342900" indent="-342900"/>
            <a:r>
              <a:t>Inherited eight</a:t>
            </a:r>
          </a:p>
        </p:txBody>
      </p:sp>
      <p:sp>
        <p:nvSpPr>
          <p:cNvPr id="14" name="List 14"/>
          <p:cNvSpPr txBox="1"/>
          <p:nvPr/>
        </p:nvSpPr>
        <p:spPr>
          <a:xfrm>
            <a:off x="5524500" y="3190875"/>
            <a:ext cx="2381250" cy="9525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lphaUcPeriod" startAt="26"/>
            </a:pPr>
            <a:r>
              <a:t>Uppercase Z</a:t>
            </a:r>
          </a:p>
          <a:p>
            <a:pPr lvl="0" marL="342900" indent="-342900">
              <a:buAutoNum type="alphaUcPeriod"/>
            </a:pPr>
            <a:r>
              <a:t>Uppercase AA</a:t>
            </a:r>
          </a:p>
          <a:p>
            <a:pPr lvl="0" marL="342900" indent="-342900">
              <a:buAutoNum type="alphaUcPeriod"/>
            </a:pPr>
            <a:r>
              <a:t>Uppercase AB</a:t>
            </a:r>
          </a:p>
        </p:txBody>
      </p:sp>
      <p:sp>
        <p:nvSpPr>
          <p:cNvPr id="15" name="List 15"/>
          <p:cNvSpPr txBox="1"/>
          <p:nvPr/>
        </p:nvSpPr>
        <p:spPr>
          <a:xfrm>
            <a:off x="8191500" y="304800"/>
            <a:ext cx="3095625" cy="28575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rabicPeriod"/>
            </a:pPr>
            <a:r>
              <a:t>First numbered</a:t>
            </a:r>
          </a:p>
          <a:p>
            <a:pPr lvl="0" marL="342900" indent="-342900">
              <a:buNone/>
            </a:pPr>
            <a:r>
              <a:t>Unnumbered break</a:t>
            </a:r>
          </a:p>
          <a:p>
            <a:pPr lvl="0" marL="342900" indent="-342900">
              <a:buAutoNum type="arabicPeriod"/>
            </a:pPr>
            <a:r>
              <a:t>New sequence</a:t>
            </a:r>
          </a:p>
          <a:p>
            <a:pPr lvl="1" marL="685800" indent="-342900">
              <a:buAutoNum type="arabicPeriod"/>
            </a:pPr>
            <a:r>
              <a:t>Child one</a:t>
            </a:r>
          </a:p>
          <a:p>
            <a:pPr lvl="0" marL="342900" indent="-342900">
              <a:buChar char="•"/>
            </a:pPr>
            <a:r>
              <a:t>New bullet parent</a:t>
            </a:r>
          </a:p>
          <a:p>
            <a:pPr lvl="1" marL="685800" indent="-342900">
              <a:buAutoNum type="arabicPeriod"/>
            </a:pPr>
            <a:r>
              <a:t>Child restarts</a:t>
            </a:r>
          </a:p>
        </p:txBody>
      </p:sp>
      <p:sp>
        <p:nvSpPr>
          <p:cNvPr id="16" name="List 16"/>
          <p:cNvSpPr txBox="1"/>
          <p:nvPr/>
        </p:nvSpPr>
        <p:spPr>
          <a:xfrm>
            <a:off x="8191500" y="3476625"/>
            <a:ext cx="3095625" cy="9525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romanUcPeriod" startAt="9"/>
            </a:pPr>
            <a:r>
              <a:t>Roman IX</a:t>
            </a:r>
          </a:p>
          <a:p>
            <a:pPr lvl="0" marL="342900" indent="-342900">
              <a:buAutoNum type="unknownPlain"/>
            </a:pPr>
            <a:r>
              <a:t>Fallback period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0" name="List 20"/>
          <p:cNvSpPr txBox="1"/>
          <p:nvPr/>
        </p:nvSpPr>
        <p:spPr>
          <a:xfrm>
            <a:off x="457200" y="457200"/>
            <a:ext cx="2286000" cy="2095500"/>
          </a:xfrm>
          <a:prstGeom prst="rect">
            <a:avLst/>
          </a:prstGeom>
          <a:noFill/>
        </p:spPr>
        <p:txBody>
          <a:bodyPr lIns="0" tIns="0" rIns="0" bIns="0">
            <a:normAutofit fontScale="65000"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</p:txBody>
      </p:sp>
      <p:sp>
        <p:nvSpPr>
          <p:cNvPr id="21" name="List 21"/>
          <p:cNvSpPr txBox="1"/>
          <p:nvPr/>
        </p:nvSpPr>
        <p:spPr>
          <a:xfrm>
            <a:off x="3810000" y="457200"/>
            <a:ext cx="2286000" cy="20955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  <a:p>
            <a:pPr lvl="0" marL="342900" indent="-342900">
              <a:buAutoNum type="arabicPeriod"/>
            </a:pPr>
            <a:r>
              <a:t>A long numbered paragraph wraps onto several lines in this narrow column.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30" name="List 30"/>
          <p:cNvSpPr txBox="1"/>
          <p:nvPr/>
        </p:nvSpPr>
        <p:spPr>
          <a:xfrm>
            <a:off x="457200" y="457200"/>
            <a:ext cx="5715000" cy="28575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defPPr>
              <a:buClr>
                <a:srgbClr val="D02020"/>
              </a:buClr>
              <a:buSzPct val="75000"/>
              <a:buFont typeface="Courier New"/>
              <a:defRPr sz="1800">
                <a:solidFill>
                  <a:srgbClr val="147D40"/>
                </a:solidFill>
                <a:latin typeface="Arial"/>
              </a:defRPr>
            </a:defPPr>
          </a:lstStyle>
          <a:p>
            <a:pPr lvl="0" marL="342900" indent="-342900">
              <a:buNone/>
            </a:pPr>
            <a:r>
              <a:t>Unnumbered control</a:t>
            </a:r>
          </a:p>
          <a:p>
            <a:pPr lvl="0" marL="342900" indent="-342900">
              <a:buChar char="•"/>
            </a:pPr>
            <a:r>
              <a:t>Character bullet control</a:t>
            </a:r>
          </a:p>
        </p:txBody>
      </p:sp>
    </p:spTree>
  </p:cSld>
  <p:clrMapOvr>
    <a:masterClrMapping/>
  </p:clrMapOvr>
</p:sld>
</file>