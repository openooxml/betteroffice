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Master"/>
  </p:sldMasterIdLst>
  <p:sldIdLst>
    <p:sldId id="256" r:id="rId1"/>
    <p:sldId id="257" r:id="rId2"/>
  </p:sldIdLst>
  <p:sldSz cx="9144000" cy="5143500"/>
  <p:notesSz cx="6858000" cy="9144000"/>
</p:presentation>
</file>

<file path=ppt/_rels/presentation.xml.rels><?xml version="1.0" encoding="UTF-8" standalone="yes"?><Relationships xmlns="http://schemas.openxmlformats.org/package/2006/relationships"><Relationship Id="rIdMaster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/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+mj-lt"/>
          <p:cNvSpPr txBox="1"/>
          <p:nvPr/>
        </p:nvSpPr>
        <p:spPr>
          <a:xfrm>
            <a:off x="381000" y="333375"/>
            <a:ext cx="8096250" cy="1714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pPr/>
            <a:r>
              <a:rPr lang="en-US" sz="3600" b="0">
                <a:solidFill>
                  <a:srgbClr val="17365D"/>
                </a:solidFill>
                <a:latin typeface="+mj-lt"/>
              </a:rPr>
              <a:t>Major theme reference</a:t>
            </a:r>
            <a:endParaRPr/>
          </a:p>
        </p:txBody>
      </p:sp>
      <p:sp>
        <p:nvSpPr>
          <p:cNvPr id="3" name="+mj-lt"/>
          <p:cNvSpPr txBox="1"/>
          <p:nvPr/>
        </p:nvSpPr>
        <p:spPr>
          <a:xfrm>
            <a:off x="381000" y="1333500"/>
            <a:ext cx="3810000" cy="1714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pPr/>
            <a:r>
              <a:rPr lang="en-US" sz="2400" b="0">
                <a:solidFill>
                  <a:srgbClr val="17365D"/>
                </a:solidFill>
                <a:latin typeface="+mj-lt"/>
              </a:rPr>
              <a:t>Theme major font chooses the heading face and its own wrapping metrics.</a:t>
            </a:r>
            <a:endParaRPr/>
          </a:p>
        </p:txBody>
      </p:sp>
      <p:sp>
        <p:nvSpPr>
          <p:cNvPr id="4" name="+mn-lt"/>
          <p:cNvSpPr txBox="1"/>
          <p:nvPr/>
        </p:nvSpPr>
        <p:spPr>
          <a:xfrm>
            <a:off x="381000" y="3381375"/>
            <a:ext cx="8096250" cy="1714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pPr/>
            <a:r>
              <a:rPr lang="en-US" sz="2400" b="0">
                <a:solidFill>
                  <a:srgbClr val="008080"/>
                </a:solidFill>
                <a:latin typeface="+mn-lt"/>
              </a:rPr>
              <a:t>Minor theme reference stays unchanged.</a:t>
            </a:r>
            <a:endParaRPr/>
          </a:p>
        </p:txBody>
      </p:sp>
      <p:sp>
        <p:nvSpPr>
          <p:cNvPr id="5" name="Arial"/>
          <p:cNvSpPr txBox="1"/>
          <p:nvPr/>
        </p:nvSpPr>
        <p:spPr>
          <a:xfrm>
            <a:off x="381000" y="4095750"/>
            <a:ext cx="8096250" cy="1714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pPr/>
            <a:r>
              <a:rPr lang="en-US" sz="2400" b="0">
                <a:solidFill>
                  <a:srgbClr val="7F3F00"/>
                </a:solidFill>
                <a:latin typeface="Arial"/>
              </a:rPr>
              <a:t>Explicit font stays unchanged.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iberation Serif Light"/>
          <p:cNvSpPr txBox="1"/>
          <p:nvPr/>
        </p:nvSpPr>
        <p:spPr>
          <a:xfrm>
            <a:off x="381000" y="428625"/>
            <a:ext cx="8096250" cy="1714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pPr/>
            <a:r>
              <a:rPr lang="en-US" sz="2400" b="0">
                <a:solidFill>
                  <a:srgbClr val="17365D"/>
                </a:solidFill>
                <a:latin typeface="Liberation Serif Light"/>
              </a:rPr>
              <a:t>Literal Light family keeps the configured fallback.</a:t>
            </a:r>
            <a:endParaRPr/>
          </a:p>
        </p:txBody>
      </p:sp>
      <p:sp>
        <p:nvSpPr>
          <p:cNvPr id="3" name="Liberation Serif Semibold"/>
          <p:cNvSpPr txBox="1"/>
          <p:nvPr/>
        </p:nvSpPr>
        <p:spPr>
          <a:xfrm>
            <a:off x="381000" y="1428750"/>
            <a:ext cx="8096250" cy="1714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pPr/>
            <a:r>
              <a:rPr lang="en-US" sz="2400" b="0">
                <a:solidFill>
                  <a:srgbClr val="17365D"/>
                </a:solidFill>
                <a:latin typeface="Liberation Serif Semibold"/>
              </a:rPr>
              <a:t>Literal Semibold family keeps the configured fallback.</a:t>
            </a:r>
            <a:endParaRPr/>
          </a:p>
        </p:txBody>
      </p:sp>
      <p:sp>
        <p:nvSpPr>
          <p:cNvPr id="4" name="Liberation Serif Display"/>
          <p:cNvSpPr txBox="1"/>
          <p:nvPr/>
        </p:nvSpPr>
        <p:spPr>
          <a:xfrm>
            <a:off x="381000" y="2428875"/>
            <a:ext cx="8096250" cy="1714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pPr/>
            <a:r>
              <a:rPr lang="en-US" sz="2400" b="0">
                <a:solidFill>
                  <a:srgbClr val="17365D"/>
                </a:solidFill>
                <a:latin typeface="Liberation Serif Display"/>
              </a:rPr>
              <a:t>Literal Display family keeps the configured fallback.</a:t>
            </a:r>
            <a:endParaRPr/>
          </a:p>
        </p:txBody>
      </p:sp>
      <p:sp>
        <p:nvSpPr>
          <p:cNvPr id="5" name="Liberation Serif"/>
          <p:cNvSpPr txBox="1"/>
          <p:nvPr/>
        </p:nvSpPr>
        <p:spPr>
          <a:xfrm>
            <a:off x="381000" y="3476625"/>
            <a:ext cx="8096250" cy="1714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pPr/>
            <a:r>
              <a:rPr lang="en-US" sz="2400" b="0">
                <a:solidFill>
                  <a:srgbClr val="008080"/>
                </a:solidFill>
                <a:latin typeface="Liberation Serif"/>
              </a:rPr>
              <a:t>Registered family retains its own face.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stinct major and minor">
  <a:themeElements>
    <a:clrScheme name="Office">
      <a:dk1>
        <a:srgbClr val="000000"/>
      </a:dk1>
      <a:lt1>
        <a:srgbClr val="FFFFFF"/>
      </a:lt1>
      <a:dk2>
        <a:srgbClr val="17365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istinct">
      <a:majorFont>
        <a:latin typeface="Liberation Serif"/>
        <a:ea typeface=""/>
        <a:cs typeface=""/>
      </a:majorFont>
      <a:minorFont>
        <a:latin typeface="Liberation Sans"/>
        <a:ea typeface=""/>
        <a:cs typeface=""/>
      </a:minorFont>
    </a:fontScheme>
    <a:fmtScheme name="Empty">
      <a:fillStyleLst/>
      <a:lnStyleLst/>
      <a:effectStyleLst/>
      <a:bgFillStyleLst/>
    </a:fmtScheme>
  </a:themeElements>
</a:theme>
</file>