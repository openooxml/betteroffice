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6096000" cy="36576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watches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Relationship Id="rId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0D0"/>
        </a:solidFill>
      </p:bgPr>
    </p:bg>
    <p:spTree>
      <p:nvGrpSpPr>
        <p:cNvPr id="1" name=""/>
        <p:cNvGrpSpPr/>
        <p:nvPr/>
      </p:nvGrpSpPr>
      <p:grpSpPr/>
      <p:pic>
        <p:nvPicPr>
          <p:cNvPr id="2" name="Control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743200" cy="457200"/>
          </a:xfrm>
          <a:prstGeom prst="rect">
            <a:avLst/>
          </a:prstGeom>
        </p:spPr>
      </p:pic>
      <p:pic>
        <p:nvPicPr>
          <p:cNvPr id="3" name="Washout"/>
          <p:cNvPicPr/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52400" y="723900"/>
            <a:ext cx="2743200" cy="457200"/>
          </a:xfrm>
          <a:prstGeom prst="rect">
            <a:avLst/>
          </a:prstGeom>
        </p:spPr>
      </p:pic>
      <p:pic>
        <p:nvPicPr>
          <p:cNvPr id="4" name="Brighter"/>
          <p:cNvPicPr/>
          <p:nvPr/>
        </p:nvPicPr>
        <p:blipFill>
          <a:blip r:embed="rId2">
            <a:lum bright="50000" contrast="0"/>
          </a:blip>
          <a:stretch>
            <a:fillRect/>
          </a:stretch>
        </p:blipFill>
        <p:spPr>
          <a:xfrm>
            <a:off x="152400" y="1295400"/>
            <a:ext cx="2743200" cy="457200"/>
          </a:xfrm>
          <a:prstGeom prst="rect">
            <a:avLst/>
          </a:prstGeom>
        </p:spPr>
      </p:pic>
      <p:pic>
        <p:nvPicPr>
          <p:cNvPr id="5" name="Flatter"/>
          <p:cNvPicPr/>
          <p:nvPr/>
        </p:nvPicPr>
        <p:blipFill>
          <a:blip r:embed="rId2">
            <a:lum bright="0" contrast="-50000"/>
          </a:blip>
          <a:stretch>
            <a:fillRect/>
          </a:stretch>
        </p:blipFill>
        <p:spPr>
          <a:xfrm>
            <a:off x="152400" y="1866900"/>
            <a:ext cx="2743200" cy="457200"/>
          </a:xfrm>
          <a:prstGeom prst="rect">
            <a:avLst/>
          </a:prstGeom>
        </p:spPr>
      </p:pic>
      <p:pic>
        <p:nvPicPr>
          <p:cNvPr id="6" name="Harder"/>
          <p:cNvPicPr/>
          <p:nvPr/>
        </p:nvPicPr>
        <p:blipFill>
          <a:blip r:embed="rId2">
            <a:lum bright="3000" contrast="77000"/>
          </a:blip>
          <a:stretch>
            <a:fillRect/>
          </a:stretch>
        </p:blipFill>
        <p:spPr>
          <a:xfrm>
            <a:off x="152400" y="243840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ip effects">
  <a:themeElements>
    <a:clrScheme name="Tes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FF0000"/>
      </a:hlink>
      <a:folHlink>
        <a:srgbClr val="FF0000"/>
      </a:folHlink>
    </a:clrScheme>
    <a:fontScheme name="Test">
      <a:majorFont>
        <a:latin typeface="Arial"/>
      </a:majorFont>
      <a:minorFont>
        <a:latin typeface="Arial"/>
      </a:minorFont>
    </a:fontScheme>
    <a:fmtScheme name="Test">
      <a:fillStyleLst/>
      <a:lnStyleLst/>
      <a:effectStyleLst/>
      <a:bgFillStyleLst/>
    </a:fmtScheme>
  </a:themeElements>
</a:theme>
</file>