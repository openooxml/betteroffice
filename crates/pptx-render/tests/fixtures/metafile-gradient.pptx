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6858000" cy="27432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shaded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radient EMF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228600"/>
            <a:ext cx="2286000" cy="2286000"/>
          </a:xfrm>
          <a:prstGeom prst="rect">
            <a:avLst/>
          </a:prstGeom>
        </p:spPr>
      </p:pic>
    </p:spTree>
  </p:cSld>
</p:sld>
</file>