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Default Extension="png" ContentType="image/png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Fixture Style">
    <a:wholeTbl>
      <a:tcTxStyle>
        <a:font>
          <a:latin typeface="Arial"/>
        </a:font>
        <a:srgbClr val="000000"/>
      </a:tcTxStyle>
      <a:tcStyle>
        <a:tcBdr>
          <a:left>
            <a:ln w="12700">
              <a:solidFill>
                <a:srgbClr val="7F7F7F"/>
              </a:solidFill>
            </a:ln>
          </a:left>
          <a:right>
            <a:ln w="12700">
              <a:solidFill>
                <a:srgbClr val="7F7F7F"/>
              </a:solidFill>
            </a:ln>
          </a:right>
          <a:top>
            <a:ln w="12700">
              <a:solidFill>
                <a:srgbClr val="7F7F7F"/>
              </a:solidFill>
            </a:ln>
          </a:top>
          <a:bottom>
            <a:ln w="12700">
              <a:solidFill>
                <a:srgbClr val="7F7F7F"/>
              </a:solidFill>
            </a:ln>
          </a:bottom>
        </a:tcBdr>
        <a:fill>
          <a:solidFill>
            <a:srgbClr val="FFFFFF"/>
          </a:solidFill>
        </a:fill>
      </a:tcStyle>
    </a:wholeTbl>
    <a:band1H>
      <a:tcStyle>
        <a:fill>
          <a:solidFill>
            <a:srgbClr val="F2F2F2"/>
          </a:solidFill>
        </a:fill>
      </a:tcStyle>
    </a:band1H>
    <a:firstRow>
      <a:tcTxStyle b="on">
        <a:srgbClr val="FFFFFF"/>
      </a:tcTxStyle>
      <a:tcStyle>
        <a:fill>
          <a:solidFill>
            <a:srgbClr val="4472C4"/>
          </a:solidFill>
        </a:fill>
      </a:tcStyle>
    </a:firstRow>
  </a:tblStyle>
</a:tblStyleLst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3" Type="http://schemas.openxmlformats.org/officeDocument/2006/relationships/tableStyles" Target="tableStyles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prompt 1"/>
          <p:cNvSpPr/>
          <p:nvPr>
            <p:ph type="body" idx="1"/>
          </p:nvPr>
        </p:nvSpPr>
        <p:spPr>
          <a:xfrm>
            <a:off x="609600" y="3810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3" name="Body prompt 2"/>
          <p:cNvSpPr/>
          <p:nvPr>
            <p:ph type="body" idx="2"/>
          </p:nvPr>
        </p:nvSpPr>
        <p:spPr>
          <a:xfrm>
            <a:off x="609600" y="22098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4" name="Body prompt 3"/>
          <p:cNvSpPr/>
          <p:nvPr>
            <p:ph type="body" idx="3"/>
          </p:nvPr>
        </p:nvSpPr>
        <p:spPr>
          <a:xfrm>
            <a:off x="609600" y="40386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>
      <a:lvl1pPr>
        <a:defRPr sz="1800">
          <a:solidFill>
            <a:srgbClr val="505050"/>
          </a:solidFill>
          <a:latin typeface="Arial"/>
        </a:defRPr>
      </a:lvl1pPr>
    </p:titleStyle>
    <p:bodyStyle>
      <a:lvl1pPr>
        <a:buNone/>
        <a:defRPr sz="1800">
          <a:solidFill>
            <a:srgbClr val="505050"/>
          </a:solidFill>
          <a:latin typeface="Arial"/>
        </a:defRPr>
      </a:lvl1pPr>
      <a:lvl2pPr marR="457200">
        <a:buNone/>
        <a:defRPr sz="1800">
          <a:solidFill>
            <a:srgbClr val="505050"/>
          </a:solidFill>
          <a:latin typeface="Arial"/>
        </a:defRPr>
      </a:lvl2pPr>
    </p:bodyStyle>
    <p:otherStyle>
      <a:lvl1pPr>
        <a:buNone/>
        <a:defRPr sz="1800">
          <a:solidFill>
            <a:srgbClr val="505050"/>
          </a:solidFill>
          <a:latin typeface="Arial"/>
        </a:defRPr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Basic table"/>
          <p:cNvGraphicFramePr/>
          <p:nvPr/>
        </p:nvGraphicFramePr>
        <p:xfrm>
          <a:off x="609600" y="609600"/>
          <a:ext cx="5715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26670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/>
                        <a:t>Header spans two</a:t>
                      </a:r>
                    </a:p>
                  </a:txBody>
                  <a:tcPr marL="91440" marR="91440" anchor="ctr">
                    <a:blipFill>
                      <a:blip r:embed="rId2">
                        <a:grayscl/>
                      </a:blip>
                      <a:stretch>
                        <a:fillRect b="-1946341" l="-142558" r="-101860" t="-214634"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Third</a:t>
                      </a:r>
                    </a:p>
                  </a:txBody>
                  <a:tcPr marL="91440" marR="91440" anchor="ctr"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/>
                        <a:t>Tall</a:t>
                      </a:r>
                    </a:p>
                  </a:txBody>
                  <a:tcPr marL="91440" marR="91440" anchor="ctr">
                    <a:blipFill>
                      <a:blip r:embed="rId2"/>
                      <a:tile sx="50000" sy="200000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Middle</a:t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Edge</a:t>
                      </a:r>
                    </a:p>
                  </a:txBody>
                  <a:tcPr marL="91440" marR="91440" anchor="ctr"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rPr/>
                        <a:t/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Below</a:t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Last</a:t>
                      </a: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