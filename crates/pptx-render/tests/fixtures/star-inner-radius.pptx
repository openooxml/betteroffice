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r5 default 150x150"/>
          <p:cNvSpPr/>
          <p:nvPr/>
        </p:nvSpPr>
        <p:spPr>
          <a:xfrm>
            <a:off x="571500" y="571500"/>
            <a:ext cx="1428750" cy="1428750"/>
          </a:xfrm>
          <a:prstGeom prst="star5">
            <a:avLst/>
          </a:prstGeom>
          <a:solidFill>
            <a:srgbClr val="F4B400"/>
          </a:solidFill>
          <a:ln w="12700">
            <a:solidFill>
              <a:srgbClr val="1F2937"/>
            </a:solidFill>
          </a:ln>
        </p:spPr>
      </p:sp>
      <p:sp>
        <p:nvSpPr>
          <p:cNvPr id="3" name="star5 adj 19098 150x150"/>
          <p:cNvSpPr/>
          <p:nvPr/>
        </p:nvSpPr>
        <p:spPr>
          <a:xfrm>
            <a:off x="2476500" y="571500"/>
            <a:ext cx="1428750" cy="1428750"/>
          </a:xfrm>
          <a:prstGeom prst="star5">
            <a:avLst>
              <a:gd name="adj" fmla="val 19098"/>
            </a:avLst>
          </a:prstGeom>
          <a:solidFill>
            <a:srgbClr val="F4B400"/>
          </a:solidFill>
          <a:ln w="12700">
            <a:solidFill>
              <a:srgbClr val="1F2937"/>
            </a:solidFill>
          </a:ln>
        </p:spPr>
      </p:sp>
      <p:sp>
        <p:nvSpPr>
          <p:cNvPr id="4" name="star5 adj 30000 150x150"/>
          <p:cNvSpPr/>
          <p:nvPr/>
        </p:nvSpPr>
        <p:spPr>
          <a:xfrm>
            <a:off x="4381500" y="571500"/>
            <a:ext cx="1428750" cy="1428750"/>
          </a:xfrm>
          <a:prstGeom prst="star5">
            <a:avLst>
              <a:gd name="adj" fmla="val 30000"/>
            </a:avLst>
          </a:prstGeom>
          <a:solidFill>
            <a:srgbClr val="F4B400"/>
          </a:solidFill>
          <a:ln w="12700">
            <a:solidFill>
              <a:srgbClr val="1F2937"/>
            </a:solidFill>
          </a:ln>
        </p:spPr>
      </p:sp>
      <p:sp>
        <p:nvSpPr>
          <p:cNvPr id="5" name="star5 adj 50000 150x150"/>
          <p:cNvSpPr/>
          <p:nvPr/>
        </p:nvSpPr>
        <p:spPr>
          <a:xfrm>
            <a:off x="6286500" y="571500"/>
            <a:ext cx="1428750" cy="1428750"/>
          </a:xfrm>
          <a:prstGeom prst="star5">
            <a:avLst>
              <a:gd name="adj" fmla="val 50000"/>
            </a:avLst>
          </a:prstGeom>
          <a:solidFill>
            <a:srgbClr val="F4B400"/>
          </a:solidFill>
          <a:ln w="12700">
            <a:solidFill>
              <a:srgbClr val="1F2937"/>
            </a:solidFill>
          </a:ln>
        </p:spPr>
      </p:sp>
      <p:sp>
        <p:nvSpPr>
          <p:cNvPr id="6" name="star5 adj 80000 150x150"/>
          <p:cNvSpPr/>
          <p:nvPr/>
        </p:nvSpPr>
        <p:spPr>
          <a:xfrm>
            <a:off x="8191500" y="571500"/>
            <a:ext cx="1428750" cy="1428750"/>
          </a:xfrm>
          <a:prstGeom prst="star5">
            <a:avLst>
              <a:gd name="adj" fmla="val 80000"/>
            </a:avLst>
          </a:prstGeom>
          <a:solidFill>
            <a:srgbClr val="F4B400"/>
          </a:solidFill>
          <a:ln w="12700">
            <a:solidFill>
              <a:srgbClr val="1F2937"/>
            </a:solidFill>
          </a:ln>
        </p:spPr>
      </p:sp>
      <p:sp>
        <p:nvSpPr>
          <p:cNvPr id="7" name="star5 adj 10000 150x150"/>
          <p:cNvSpPr/>
          <p:nvPr/>
        </p:nvSpPr>
        <p:spPr>
          <a:xfrm>
            <a:off x="10096500" y="571500"/>
            <a:ext cx="1428750" cy="1428750"/>
          </a:xfrm>
          <a:prstGeom prst="star5">
            <a:avLst>
              <a:gd name="adj" fmla="val 10000"/>
            </a:avLst>
          </a:prstGeom>
          <a:solidFill>
            <a:srgbClr val="F4B400"/>
          </a:solidFill>
          <a:ln w="12700">
            <a:solidFill>
              <a:srgbClr val="1F2937"/>
            </a:solidFill>
          </a:ln>
        </p:spPr>
      </p:sp>
      <p:sp>
        <p:nvSpPr>
          <p:cNvPr id="8" name="star4 default 150x150"/>
          <p:cNvSpPr/>
          <p:nvPr/>
        </p:nvSpPr>
        <p:spPr>
          <a:xfrm>
            <a:off x="571500" y="2571750"/>
            <a:ext cx="1428750" cy="1428750"/>
          </a:xfrm>
          <a:prstGeom prst="star4">
            <a:avLst/>
          </a:prstGeom>
          <a:solidFill>
            <a:srgbClr val="4285F4"/>
          </a:solidFill>
          <a:ln w="12700">
            <a:solidFill>
              <a:srgbClr val="1F2937"/>
            </a:solidFill>
          </a:ln>
        </p:spPr>
      </p:sp>
      <p:sp>
        <p:nvSpPr>
          <p:cNvPr id="9" name="star6 default 150x150"/>
          <p:cNvSpPr/>
          <p:nvPr/>
        </p:nvSpPr>
        <p:spPr>
          <a:xfrm>
            <a:off x="2476500" y="2571750"/>
            <a:ext cx="1428750" cy="1428750"/>
          </a:xfrm>
          <a:prstGeom prst="star6">
            <a:avLst/>
          </a:prstGeom>
          <a:solidFill>
            <a:srgbClr val="4285F4"/>
          </a:solidFill>
          <a:ln w="12700">
            <a:solidFill>
              <a:srgbClr val="1F2937"/>
            </a:solidFill>
          </a:ln>
        </p:spPr>
      </p:sp>
      <p:sp>
        <p:nvSpPr>
          <p:cNvPr id="10" name="star7 default 150x150"/>
          <p:cNvSpPr/>
          <p:nvPr/>
        </p:nvSpPr>
        <p:spPr>
          <a:xfrm>
            <a:off x="4381500" y="2571750"/>
            <a:ext cx="1428750" cy="1428750"/>
          </a:xfrm>
          <a:prstGeom prst="star7">
            <a:avLst/>
          </a:prstGeom>
          <a:solidFill>
            <a:srgbClr val="4285F4"/>
          </a:solidFill>
          <a:ln w="12700">
            <a:solidFill>
              <a:srgbClr val="1F2937"/>
            </a:solidFill>
          </a:ln>
        </p:spPr>
      </p:sp>
      <p:sp>
        <p:nvSpPr>
          <p:cNvPr id="11" name="star8 default 150x150"/>
          <p:cNvSpPr/>
          <p:nvPr/>
        </p:nvSpPr>
        <p:spPr>
          <a:xfrm>
            <a:off x="6286500" y="2571750"/>
            <a:ext cx="1428750" cy="1428750"/>
          </a:xfrm>
          <a:prstGeom prst="star8">
            <a:avLst/>
          </a:prstGeom>
          <a:solidFill>
            <a:srgbClr val="4285F4"/>
          </a:solidFill>
          <a:ln w="12700">
            <a:solidFill>
              <a:srgbClr val="1F2937"/>
            </a:solidFill>
          </a:ln>
        </p:spPr>
      </p:sp>
      <p:sp>
        <p:nvSpPr>
          <p:cNvPr id="12" name="star10 default 150x150"/>
          <p:cNvSpPr/>
          <p:nvPr/>
        </p:nvSpPr>
        <p:spPr>
          <a:xfrm>
            <a:off x="8191500" y="2571750"/>
            <a:ext cx="1428750" cy="1428750"/>
          </a:xfrm>
          <a:prstGeom prst="star10">
            <a:avLst/>
          </a:prstGeom>
          <a:solidFill>
            <a:srgbClr val="4285F4"/>
          </a:solidFill>
          <a:ln w="12700">
            <a:solidFill>
              <a:srgbClr val="1F2937"/>
            </a:solidFill>
          </a:ln>
        </p:spPr>
      </p:sp>
      <p:sp>
        <p:nvSpPr>
          <p:cNvPr id="13" name="star12 default 150x150"/>
          <p:cNvSpPr/>
          <p:nvPr/>
        </p:nvSpPr>
        <p:spPr>
          <a:xfrm>
            <a:off x="10096500" y="2571750"/>
            <a:ext cx="1428750" cy="1428750"/>
          </a:xfrm>
          <a:prstGeom prst="star12">
            <a:avLst/>
          </a:prstGeom>
          <a:solidFill>
            <a:srgbClr val="4285F4"/>
          </a:solidFill>
          <a:ln w="12700">
            <a:solidFill>
              <a:srgbClr val="1F2937"/>
            </a:solidFill>
          </a:ln>
        </p:spPr>
      </p:sp>
      <p:sp>
        <p:nvSpPr>
          <p:cNvPr id="14" name="star16 default 150x150"/>
          <p:cNvSpPr/>
          <p:nvPr/>
        </p:nvSpPr>
        <p:spPr>
          <a:xfrm>
            <a:off x="571500" y="4572000"/>
            <a:ext cx="1428750" cy="1428750"/>
          </a:xfrm>
          <a:prstGeom prst="star16">
            <a:avLst/>
          </a:prstGeom>
          <a:solidFill>
            <a:srgbClr val="0F9D58"/>
          </a:solidFill>
          <a:ln w="12700">
            <a:solidFill>
              <a:srgbClr val="1F2937"/>
            </a:solidFill>
          </a:ln>
        </p:spPr>
      </p:sp>
      <p:sp>
        <p:nvSpPr>
          <p:cNvPr id="15" name="star24 default 150x150"/>
          <p:cNvSpPr/>
          <p:nvPr/>
        </p:nvSpPr>
        <p:spPr>
          <a:xfrm>
            <a:off x="2476500" y="4572000"/>
            <a:ext cx="1428750" cy="1428750"/>
          </a:xfrm>
          <a:prstGeom prst="star24">
            <a:avLst/>
          </a:prstGeom>
          <a:solidFill>
            <a:srgbClr val="0F9D58"/>
          </a:solidFill>
          <a:ln w="12700">
            <a:solidFill>
              <a:srgbClr val="1F2937"/>
            </a:solidFill>
          </a:ln>
        </p:spPr>
      </p:sp>
      <p:sp>
        <p:nvSpPr>
          <p:cNvPr id="16" name="star32 default 150x150"/>
          <p:cNvSpPr/>
          <p:nvPr/>
        </p:nvSpPr>
        <p:spPr>
          <a:xfrm>
            <a:off x="4381500" y="4572000"/>
            <a:ext cx="1428750" cy="1428750"/>
          </a:xfrm>
          <a:prstGeom prst="star32">
            <a:avLst/>
          </a:prstGeom>
          <a:solidFill>
            <a:srgbClr val="0F9D58"/>
          </a:solidFill>
          <a:ln w="12700">
            <a:solidFill>
              <a:srgbClr val="1F2937"/>
            </a:solidFill>
          </a:ln>
        </p:spPr>
      </p:sp>
      <p:sp>
        <p:nvSpPr>
          <p:cNvPr id="17" name="star5 default 350x150"/>
          <p:cNvSpPr/>
          <p:nvPr/>
        </p:nvSpPr>
        <p:spPr>
          <a:xfrm>
            <a:off x="6286500" y="4572000"/>
            <a:ext cx="3333750" cy="1428750"/>
          </a:xfrm>
          <a:prstGeom prst="star5">
            <a:avLst/>
          </a:prstGeom>
          <a:solidFill>
            <a:srgbClr val="0F9D58"/>
          </a:solidFill>
          <a:ln w="12700">
            <a:solidFill>
              <a:srgbClr val="1F2937"/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