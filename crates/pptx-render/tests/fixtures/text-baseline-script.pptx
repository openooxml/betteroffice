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>
              <a:defRPr baseline="0"/>
            </a:pPr>
            <a:r>
              <a:rPr lang="en-US" sz="1700">
                <a:solidFill>
                  <a:srgbClr val="475467"/>
                </a:solidFill>
                <a:latin typeface="Arial"/>
              </a:rPr>
              <a:t>E = mc</a:t>
            </a:r>
            <a:r>
              <a:rPr lang="en-US" sz="1700" baseline="30000">
                <a:solidFill>
                  <a:srgbClr val="475467"/>
                </a:solidFill>
                <a:latin typeface="Arial"/>
              </a:rPr>
              <a:t>2</a:t>
            </a:r>
            <a:r>
              <a:rPr lang="en-US" sz="1700">
                <a:solidFill>
                  <a:srgbClr val="475467"/>
                </a:solidFill>
                <a:latin typeface="Arial"/>
              </a:rPr>
              <a:t> and H</a:t>
            </a:r>
            <a:r>
              <a:rPr lang="en-US" sz="1700" baseline="-25000">
                <a:solidFill>
                  <a:srgbClr val="475467"/>
                </a:solidFill>
                <a:latin typeface="Arial"/>
              </a:rPr>
              <a:t>2</a:t>
            </a:r>
            <a:r>
              <a:rPr lang="en-US" sz="1700">
                <a:solidFill>
                  <a:srgbClr val="475467"/>
                </a:solidFill>
                <a:latin typeface="Arial"/>
              </a:rPr>
              <a:t>O</a:t>
            </a:r>
            <a:r>
              <a:rPr lang="en-US" sz="1700">
                <a:solidFill>
                  <a:srgbClr val="475467"/>
                </a:solidFill>
                <a:latin typeface="Arial"/>
              </a:rPr>
              <a:t> are inline scripts.</a:t>
            </a:r>
            <a:r>
              <a:rPr lang="en-US" sz="1700" baseline="30000">
                <a:solidFill>
                  <a:srgbClr val="475467"/>
                </a:solidFill>
                <a:latin typeface="Arial"/>
              </a:rPr>
              <a:t>1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