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dowed card"/>
          <p:cNvSpPr/>
          <p:nvPr/>
        </p:nvSpPr>
        <p:spPr>
          <a:xfrm>
            <a:off x="1524000" y="1524000"/>
            <a:ext cx="3048000" cy="1905000"/>
          </a:xfrm>
          <a:prstGeom prst="roundRect">
            <a:avLst/>
          </a:prstGeom>
          <a:solidFill>
            <a:srgbClr val="4472C4"/>
          </a:solidFill>
          <a:effectLst>
            <a:outerShdw sx="200000" sy="50000" algn="tr" blurRad="76200" dist="38100" dir="2700000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Unfilled card"/>
          <p:cNvSpPr/>
          <p:nvPr/>
        </p:nvSpPr>
        <p:spPr>
          <a:xfrm>
            <a:off x="6096000" y="1524000"/>
            <a:ext cx="3048000" cy="19050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  <a:effectLst>
            <a:outerShdw sx="-150000" sy="200000" algn="ctr" blurRad="76200" dist="38100" dir="2700000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</a:themeElements>
</a:theme>
</file>