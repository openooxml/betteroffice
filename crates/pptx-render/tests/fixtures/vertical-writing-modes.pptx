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Master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Layout prompt"/>
          <p:cNvSpPr/>
          <p:nvPr>
            <p:ph type="body" idx="1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 lIns="0" tIns="0" rIns="0" bIns="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Layout prompt</a:t>
            </a:r>
          </a:p>
        </p:txBody>
      </p:sp>
      <p:sp>
        <p:nvSpPr>
          <p:cNvPr id="31" name="Master fallback"/>
          <p:cNvSpPr/>
          <p:nvPr>
            <p:ph type="body" idx="2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Master fallback</a:t>
            </a:r>
          </a:p>
        </p:txBody>
      </p:sp>
    </p:spTree>
  </p:cSld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Master prompt"/>
          <p:cNvSpPr/>
          <p:nvPr>
            <p:ph type="body" idx="2"/>
          </p:nvPr>
        </p:nvSpPr>
        <p:spPr>
          <a:xfrm rot="0">
            <a:off x="0" y="0"/>
            <a:ext cx="952500" cy="2857500"/>
          </a:xfrm>
          <a:prstGeom prst="rect">
            <a:avLst/>
          </a:prstGeom>
          <a:solidFill>
            <a:srgbClr val="EAF2F8"/>
          </a:solidFill>
        </p:spPr>
        <p:txBody>
          <a:bodyPr lIns="0" tIns="0" rIns="0" bIns="0"/>
          <a:lstStyle/>
          <a:p>
            <a:pPr>
              <a:buNone/>
            </a:pPr>
            <a:r>
              <a:rPr sz="1800">
                <a:solidFill>
                  <a:srgbClr val="17365D"/>
                </a:solidFill>
                <a:latin typeface="Arial"/>
              </a:rPr>
              <a:t>Master prompt</a:t>
            </a:r>
          </a:p>
        </p:txBody>
      </p:sp>
    </p:spTree>
  </p:cSld>
  <p:sldLayoutIdLst>
    <p:sldLayoutId id="2147483649" r:id="rId1"/>
  </p:sldLayoutIdLst>
  <p:txStyles>
    <p:titleStyle>
      <a:lvl1pPr>
        <a:defRPr sz="3925">
          <a:solidFill>
            <a:srgbClr val="505050"/>
          </a:solidFill>
          <a:latin typeface="Arial"/>
        </a:defRPr>
      </a:lvl1pPr>
    </p:titleStyle>
    <p:bodyStyle>
      <a:lvl1pPr>
        <a:defRPr sz="1800">
          <a:solidFill>
            <a:srgbClr val="505050"/>
          </a:solidFill>
          <a:latin typeface="Arial"/>
        </a:defRPr>
      </a:lvl1pPr>
      <a:lvl2pPr>
        <a:defRPr sz="1600">
          <a:solidFill>
            <a:srgbClr val="505050"/>
          </a:solidFill>
          <a:latin typeface="Arial"/>
        </a:defRPr>
      </a:lvl2pPr>
      <a:lvl3pPr>
        <a:defRPr sz="1400">
          <a:solidFill>
            <a:srgbClr val="505050"/>
          </a:solidFill>
          <a:latin typeface="Arial"/>
        </a:defRPr>
      </a:lvl3pPr>
    </p:body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Title"/>
          <p:cNvSpPr/>
          <p:nvPr/>
        </p:nvSpPr>
        <p:spPr>
          <a:xfrm>
            <a:off x="723900" y="457200"/>
            <a:ext cx="10744200" cy="6858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l">
              <a:buNone/>
            </a:pPr>
            <a:r>
              <a:rPr sz="2400">
                <a:solidFill>
                  <a:srgbClr val="17365D"/>
                </a:solidFill>
                <a:latin typeface="Arial"/>
              </a:rPr>
              <a:t>Vertical writing modes</a:t>
            </a:r>
          </a:p>
        </p:txBody>
      </p:sp>
      <p:sp>
        <p:nvSpPr>
          <p:cNvPr id="40" name="eaVert"/>
          <p:cNvSpPr/>
          <p:nvPr/>
        </p:nvSpPr>
        <p:spPr>
          <a:xfrm>
            <a:off x="7239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eaVert" anchor="ctr" lIns="91440" rIns="91440" tIns="45720" bIns="45720"/>
          <a:lstStyle/>
          <a:p>
            <a:pPr algn="l">
              <a:buNone/>
            </a:pPr>
            <a:r>
              <a:rPr sz="1600">
                <a:solidFill>
                  <a:srgbClr val="17365D"/>
                </a:solidFill>
                <a:latin typeface="Arial"/>
              </a:rPr>
              <a:t>East Asian vertical text wraps into two columns</a:t>
            </a:r>
          </a:p>
        </p:txBody>
      </p:sp>
      <p:sp>
        <p:nvSpPr>
          <p:cNvPr id="140" name="eaVert caption"/>
          <p:cNvSpPr/>
          <p:nvPr/>
        </p:nvSpPr>
        <p:spPr>
          <a:xfrm>
            <a:off x="7239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eaVert</a:t>
            </a:r>
          </a:p>
        </p:txBody>
      </p:sp>
      <p:sp>
        <p:nvSpPr>
          <p:cNvPr id="41" name="mongolianVert"/>
          <p:cNvSpPr/>
          <p:nvPr/>
        </p:nvSpPr>
        <p:spPr>
          <a:xfrm>
            <a:off x="25527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mongolianVert" anchor="ctr" lIns="91440" rIns="91440" tIns="45720" bIns="45720"/>
          <a:lstStyle/>
          <a:p>
            <a:pPr algn="l">
              <a:buNone/>
            </a:pPr>
            <a:r>
              <a:rPr sz="1600">
                <a:solidFill>
                  <a:srgbClr val="17365D"/>
                </a:solidFill>
                <a:latin typeface="Arial"/>
              </a:rPr>
              <a:t>East Asian vertical text wraps into two columns</a:t>
            </a:r>
          </a:p>
        </p:txBody>
      </p:sp>
      <p:sp>
        <p:nvSpPr>
          <p:cNvPr id="141" name="mongolianVert caption"/>
          <p:cNvSpPr/>
          <p:nvPr/>
        </p:nvSpPr>
        <p:spPr>
          <a:xfrm>
            <a:off x="25527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mongolianVert</a:t>
            </a:r>
          </a:p>
        </p:txBody>
      </p:sp>
      <p:sp>
        <p:nvSpPr>
          <p:cNvPr id="44" name="vert"/>
          <p:cNvSpPr/>
          <p:nvPr/>
        </p:nvSpPr>
        <p:spPr>
          <a:xfrm>
            <a:off x="43815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vert" anchor="ctr" lIns="91440" rIns="91440" tIns="45720" bIns="45720"/>
          <a:lstStyle/>
          <a:p>
            <a:pPr algn="l">
              <a:buNone/>
            </a:pPr>
            <a:r>
              <a:rPr sz="1600">
                <a:solidFill>
                  <a:srgbClr val="17365D"/>
                </a:solidFill>
                <a:latin typeface="Arial"/>
              </a:rPr>
              <a:t>East Asian vertical text wraps into two columns</a:t>
            </a:r>
          </a:p>
        </p:txBody>
      </p:sp>
      <p:sp>
        <p:nvSpPr>
          <p:cNvPr id="144" name="vert caption"/>
          <p:cNvSpPr/>
          <p:nvPr/>
        </p:nvSpPr>
        <p:spPr>
          <a:xfrm>
            <a:off x="43815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vert</a:t>
            </a:r>
          </a:p>
        </p:txBody>
      </p:sp>
      <p:sp>
        <p:nvSpPr>
          <p:cNvPr id="42" name="wordArtVert"/>
          <p:cNvSpPr/>
          <p:nvPr/>
        </p:nvSpPr>
        <p:spPr>
          <a:xfrm>
            <a:off x="62103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wordArtVert" anchor="ctr" lIns="91440" rIns="91440" tIns="45720" bIns="45720"/>
          <a:lstStyle/>
          <a:p>
            <a:pPr algn="ctr">
              <a:buNone/>
            </a:pPr>
            <a:r>
              <a:rPr sz="2000">
                <a:solidFill>
                  <a:srgbClr val="17365D"/>
                </a:solidFill>
                <a:latin typeface="Arial"/>
              </a:rPr>
              <a:t>STACK</a:t>
            </a:r>
          </a:p>
        </p:txBody>
      </p:sp>
      <p:sp>
        <p:nvSpPr>
          <p:cNvPr id="142" name="wordArtVert caption"/>
          <p:cNvSpPr/>
          <p:nvPr/>
        </p:nvSpPr>
        <p:spPr>
          <a:xfrm>
            <a:off x="62103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wordArtVert</a:t>
            </a:r>
          </a:p>
        </p:txBody>
      </p:sp>
      <p:sp>
        <p:nvSpPr>
          <p:cNvPr id="43" name="wordArtVertRtl"/>
          <p:cNvSpPr/>
          <p:nvPr/>
        </p:nvSpPr>
        <p:spPr>
          <a:xfrm>
            <a:off x="80391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wordArtVertRtl" anchor="ctr" lIns="91440" rIns="91440" tIns="45720" bIns="45720"/>
          <a:lstStyle/>
          <a:p>
            <a:pPr algn="ctr">
              <a:buNone/>
            </a:pPr>
            <a:r>
              <a:rPr sz="2000">
                <a:solidFill>
                  <a:srgbClr val="17365D"/>
                </a:solidFill>
                <a:latin typeface="Arial"/>
              </a:rPr>
              <a:t>STACK</a:t>
            </a:r>
          </a:p>
        </p:txBody>
      </p:sp>
      <p:sp>
        <p:nvSpPr>
          <p:cNvPr id="143" name="wordArtVertRtl caption"/>
          <p:cNvSpPr/>
          <p:nvPr/>
        </p:nvSpPr>
        <p:spPr>
          <a:xfrm>
            <a:off x="80391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wordArtVertRtl</a:t>
            </a:r>
          </a:p>
        </p:txBody>
      </p:sp>
      <p:sp>
        <p:nvSpPr>
          <p:cNvPr id="45" name="horz"/>
          <p:cNvSpPr/>
          <p:nvPr/>
        </p:nvSpPr>
        <p:spPr>
          <a:xfrm>
            <a:off x="9867900" y="1600200"/>
            <a:ext cx="1600200" cy="3429000"/>
          </a:xfrm>
          <a:prstGeom prst="rect">
            <a:avLst/>
          </a:prstGeom>
          <a:solidFill>
            <a:srgbClr val="EAF2F8"/>
          </a:solidFill>
        </p:spPr>
        <p:txBody>
          <a:bodyPr vert="horz" anchor="ctr" lIns="91440" rIns="91440" tIns="45720" bIns="45720"/>
          <a:lstStyle/>
          <a:p>
            <a:pPr algn="l">
              <a:buNone/>
            </a:pPr>
            <a:r>
              <a:rPr sz="1600">
                <a:solidFill>
                  <a:srgbClr val="17365D"/>
                </a:solidFill>
                <a:latin typeface="Arial"/>
              </a:rPr>
              <a:t>Horizontal control</a:t>
            </a:r>
          </a:p>
        </p:txBody>
      </p:sp>
      <p:sp>
        <p:nvSpPr>
          <p:cNvPr id="145" name="horz caption"/>
          <p:cNvSpPr/>
          <p:nvPr/>
        </p:nvSpPr>
        <p:spPr>
          <a:xfrm>
            <a:off x="9867900" y="5257800"/>
            <a:ext cx="1600200" cy="457200"/>
          </a:xfrm>
          <a:prstGeom prst="rect">
            <a:avLst/>
          </a:prstGeom>
          <a:solidFill>
            <a:srgbClr val="FFFFFF"/>
          </a:solidFill>
        </p:spPr>
        <p:txBody>
          <a:bodyPr anchor="t" lIns="91440" rIns="91440" tIns="45720" bIns="45720"/>
          <a:lstStyle/>
          <a:p>
            <a:pPr algn="ctr">
              <a:buNone/>
            </a:pPr>
            <a:r>
              <a:rPr sz="1200">
                <a:solidFill>
                  <a:srgbClr val="17365D"/>
                </a:solidFill>
                <a:latin typeface="Arial"/>
              </a:rPr>
              <a:t>horz</a:t>
            </a:r>
          </a:p>
        </p:txBody>
      </p:sp>
    </p:spTree>
  </p:cSld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