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
  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>
  <p:cSld>
    <p:spTree>
      <p:nvGrpSpPr>
        <p:cNvPr id="1" name=""/>
        <p:cNvGrpSpPr/>
        <p:nvPr/>
      </p:nvGrpSpPr>
      <p:grpSpPr/>
      <p:sp>
        <p:nvSpPr>
          <p:cNvPr id="2" name="Layout body 1"/>
          <p:cNvSpPr txBox="1"/>
          <p:nvPr>
            <p:ph type="body" idx="1"/>
          </p:nvPr>
        </p:nvSpPr>
        <p:spPr>
          <a:xfrm>
            <a:off x="476250" y="381000"/>
            <a:ext cx="28575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buNone/>
            </a:pPr>
            <a:r>
              <a:rPr sz="1800"/>
              <a:t>Layout body</a:t>
            </a:r>
          </a:p>
        </p:txBody>
      </p:sp>
      <p:sp>
        <p:nvSpPr>
          <p:cNvPr id="3" name="Layout body 2"/>
          <p:cNvSpPr txBox="1"/>
          <p:nvPr>
            <p:ph type="body" idx="2"/>
          </p:nvPr>
        </p:nvSpPr>
        <p:spPr>
          <a:xfrm>
            <a:off x="3524250" y="381000"/>
            <a:ext cx="28575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>
            <a:lvl1pPr>
              <a:spcAft>
                <a:spcPts val="1800"/>
              </a:spcAft>
            </a:lvl1pPr>
          </a:lstStyle>
          <a:p>
            <a:pPr>
              <a:buNone/>
            </a:pPr>
            <a:r>
              <a:rPr sz="1800"/>
              <a:t>Layout body</a:t>
            </a:r>
          </a:p>
        </p:txBody>
      </p:sp>
      <p:sp>
        <p:nvSpPr>
          <p:cNvPr id="4" name="Layout body 3"/>
          <p:cNvSpPr txBox="1"/>
          <p:nvPr>
            <p:ph type="body" idx="3"/>
          </p:nvPr>
        </p:nvSpPr>
        <p:spPr>
          <a:xfrm>
            <a:off x="9620250" y="381000"/>
            <a:ext cx="28575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buNone/>
            </a:pPr>
            <a:r>
              <a:rPr sz="1800"/>
              <a:t>Layout body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lnSpc>
          <a:spcPct val="80000"/>
        </a:lnSpc>
        <a:defRPr sz="3200" b="1">
          <a:solidFill>
            <a:schemeClr val="dk1"/>
          </a:solidFill>
          <a:latin typeface="+mj-lt"/>
        </a:defRPr>
      </a:lvl1pPr>
    </p:titleStyle>
    <p:bodyStyle>
      <a:lvl1pPr>
        <a:spcBef>
          <a:spcPts val="1000"/>
        </a:spcBef>
        <a:buNone/>
        <a:defRPr sz="1800">
          <a:solidFill>
            <a:srgbClr val="2040B0"/>
          </a:solidFill>
          <a:latin typeface="Arial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Master before"/>
          <p:cNvSpPr txBox="1"/>
          <p:nvPr>
            <p:ph type="body" idx="1"/>
          </p:nvPr>
        </p:nvSpPr>
        <p:spPr>
          <a:xfrm>
            <a:off x="476250" y="381000"/>
            <a:ext cx="28575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One</a:t>
            </a:r>
            <a:endParaRPr sz="1800"/>
          </a:p>
          <a:p>
            <a:pPr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Two</a:t>
            </a:r>
            <a:endParaRPr sz="1800"/>
          </a:p>
          <a:p>
            <a:pPr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Three</a:t>
            </a:r>
            <a:endParaRPr sz="1800"/>
          </a:p>
        </p:txBody>
      </p:sp>
      <p:sp>
        <p:nvSpPr>
          <p:cNvPr id="3" name="Layout after"/>
          <p:cNvSpPr txBox="1"/>
          <p:nvPr>
            <p:ph type="body" idx="2"/>
          </p:nvPr>
        </p:nvSpPr>
        <p:spPr>
          <a:xfrm>
            <a:off x="3524250" y="381000"/>
            <a:ext cx="28575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One</a:t>
            </a:r>
            <a:endParaRPr sz="1800"/>
          </a:p>
          <a:p>
            <a:pPr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Two</a:t>
            </a:r>
            <a:endParaRPr sz="1800"/>
          </a:p>
          <a:p>
            <a:pPr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Three</a:t>
            </a:r>
            <a:endParaRPr sz="1800"/>
          </a:p>
        </p:txBody>
      </p:sp>
      <p:sp>
        <p:nvSpPr>
          <p:cNvPr id="4" name="Percent before"/>
          <p:cNvSpPr txBox="1"/>
          <p:nvPr/>
        </p:nvSpPr>
        <p:spPr>
          <a:xfrm>
            <a:off x="6572250" y="381000"/>
            <a:ext cx="28575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spcBef>
                <a:spcPct val="50000"/>
              </a:spcBef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One</a:t>
            </a:r>
            <a:endParaRPr sz="3200"/>
          </a:p>
          <a:p>
            <a:pPr>
              <a:spcBef>
                <a:spcPct val="50000"/>
              </a:spcBef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Two</a:t>
            </a:r>
            <a:endParaRPr sz="3200"/>
          </a:p>
          <a:p>
            <a:pPr>
              <a:spcBef>
                <a:spcPct val="50000"/>
              </a:spcBef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Three</a:t>
            </a:r>
            <a:endParaRPr sz="3200"/>
          </a:p>
        </p:txBody>
      </p:sp>
      <p:sp>
        <p:nvSpPr>
          <p:cNvPr id="5" name="Reset before"/>
          <p:cNvSpPr txBox="1"/>
          <p:nvPr>
            <p:ph type="body" idx="3"/>
          </p:nvPr>
        </p:nvSpPr>
        <p:spPr>
          <a:xfrm>
            <a:off x="9620250" y="381000"/>
            <a:ext cx="28575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spcBef>
                <a:spcPct val="0"/>
              </a:spcBef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One</a:t>
            </a:r>
            <a:endParaRPr sz="1800"/>
          </a:p>
          <a:p>
            <a:pPr>
              <a:spcBef>
                <a:spcPct val="0"/>
              </a:spcBef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Two</a:t>
            </a:r>
            <a:endParaRPr sz="1800"/>
          </a:p>
          <a:p>
            <a:pPr>
              <a:spcBef>
                <a:spcPct val="0"/>
              </a:spcBef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Three</a:t>
            </a:r>
            <a:endParaRPr sz="1800"/>
          </a:p>
        </p:txBody>
      </p:sp>
      <p:sp>
        <p:nvSpPr>
          <p:cNvPr id="6" name="Before and after"/>
          <p:cNvSpPr txBox="1"/>
          <p:nvPr/>
        </p:nvSpPr>
        <p:spPr>
          <a:xfrm>
            <a:off x="476250" y="3810000"/>
            <a:ext cx="28575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One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Two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Three</a:t>
            </a:r>
            <a:endParaRPr sz="1800"/>
          </a:p>
        </p:txBody>
      </p:sp>
      <p:sp>
        <p:nvSpPr>
          <p:cNvPr id="7" name="Bottom anchor"/>
          <p:cNvSpPr txBox="1"/>
          <p:nvPr/>
        </p:nvSpPr>
        <p:spPr>
          <a:xfrm>
            <a:off x="3524250" y="3810000"/>
            <a:ext cx="28575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b">
            <a:noAutofit/>
          </a:bodyPr>
          <a:lstStyle/>
          <a:p>
            <a:pPr>
              <a:spcAft>
                <a:spcPts val="1200"/>
              </a:spcAft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One</a:t>
            </a:r>
            <a:endParaRPr sz="1800"/>
          </a:p>
          <a:p>
            <a:pPr>
              <a:spcAft>
                <a:spcPts val="1200"/>
              </a:spcAft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Two</a:t>
            </a:r>
            <a:endParaRPr sz="1800"/>
          </a:p>
          <a:p>
            <a:pPr>
              <a:spcAft>
                <a:spcPts val="1200"/>
              </a:spcAft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Three</a:t>
            </a:r>
            <a:endParaRPr sz="1800"/>
          </a:p>
        </p:txBody>
      </p:sp>
      <p:sp>
        <p:nvSpPr>
          <p:cNvPr id="8" name="No spacing"/>
          <p:cNvSpPr txBox="1"/>
          <p:nvPr/>
        </p:nvSpPr>
        <p:spPr>
          <a:xfrm>
            <a:off x="6572250" y="3810000"/>
            <a:ext cx="28575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One</a:t>
            </a:r>
            <a:endParaRPr sz="1800"/>
          </a:p>
          <a:p>
            <a:pPr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Two</a:t>
            </a:r>
            <a:endParaRPr sz="1800"/>
          </a:p>
          <a:p>
            <a:pPr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Three</a:t>
            </a:r>
            <a:endParaRPr sz="1800"/>
          </a:p>
        </p:txBody>
      </p:sp>
    </p:spTree>
  </p:cSld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