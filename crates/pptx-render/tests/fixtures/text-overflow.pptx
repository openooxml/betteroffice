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s1"/>
    <p:sldId id="257" r:id="s2"/>
    <p:sldId id="258" r:id="s3"/>
  </p:sldIdLst>
  <p:sldSz cx="12192000" cy="6858000"/>
</p:presentation>
</file>

<file path=ppt/_rels/presentation.xml.rels><Relationships xmlns="http://schemas.openxmlformats.org/package/2006/relationships"><Relationship Id="s1" Type="http://schemas.openxmlformats.org/officeDocument/2006/relationships/slide" Target="slides/slide1.xml"/><Relationship Id="s2" Type="http://schemas.openxmlformats.org/officeDocument/2006/relationships/slide" Target="slides/slide2.xml"/><Relationship Id="s3" Type="http://schemas.openxmlformats.org/officeDocument/2006/relationships/slide" Target="slides/slide3.xml"/><Relationship Id="rId2" Type="http://schemas.openxmlformats.org/officeDocument/2006/relationships/slideMaster" Target="slideMasters/slideMaster1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"/>
          <p:cNvSpPr/>
          <p:nvPr>
            <p:ph type="body" idx="1"/>
          </p:nvPr>
        </p:nvSpPr>
        <p:spPr>
          <a:xfrm>
            <a:off x="0" y="0"/>
            <a:ext cx="4953000" cy="304800"/>
          </a:xfrm>
          <a:prstGeom prst="rect">
            <a:avLst/>
          </a:prstGeom>
          <a:noFill/>
          <a:ln w="9525">
            <a:solidFill>
              <a:srgbClr val="A0A0A0"/>
            </a:solidFill>
          </a:ln>
        </p:spPr>
        <p:txBody>
          <a:bodyPr anchor="t" lIns="0" rIns="0" tIns="0" bIns="0">
            <a:spAutoFit/>
          </a:bodyPr>
          <a:lstStyle/>
          <a:p>
            <a:pPr>
              <a:buNone/>
            </a:pPr>
            <a:r>
              <a:rPr sz="4800">
                <a:solidFill>
                  <a:srgbClr val="2040B0"/>
                </a:solidFill>
                <a:latin typeface="Arial"/>
              </a:rPr>
              <a:t/>
            </a:r>
          </a:p>
        </p:txBody>
      </p:sp>
      <p:sp>
        <p:nvSpPr>
          <p:cNvPr id="3" name=""/>
          <p:cNvSpPr/>
          <p:nvPr>
            <p:ph type="body" idx="2"/>
          </p:nvPr>
        </p:nvSpPr>
        <p:spPr>
          <a:xfrm>
            <a:off x="0" y="0"/>
            <a:ext cx="4953000" cy="304800"/>
          </a:xfrm>
          <a:prstGeom prst="rect">
            <a:avLst/>
          </a:prstGeom>
          <a:noFill/>
          <a:ln w="9525">
            <a:solidFill>
              <a:srgbClr val="A0A0A0"/>
            </a:solidFill>
          </a:ln>
        </p:spPr>
        <p:txBody>
          <a:bodyPr anchor="t" lIns="0" rIns="0" tIns="0" bIns="0" vertOverflow="clip">
            <a:noAutofit/>
          </a:bodyPr>
          <a:lstStyle/>
          <a:p>
            <a:pPr>
              <a:buNone/>
            </a:pPr>
            <a:r>
              <a:rPr sz="4800">
                <a:solidFill>
                  <a:srgbClr val="2040B0"/>
                </a:solidFill>
                <a:latin typeface="Arial"/>
              </a:rPr>
              <a:t/>
            </a:r>
          </a:p>
        </p:txBody>
      </p:sp>
    </p:spTree>
  </p:cSld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op overflow"/>
          <p:cNvSpPr/>
          <p:nvPr/>
        </p:nvSpPr>
        <p:spPr>
          <a:xfrm>
            <a:off x="609600" y="952500"/>
            <a:ext cx="4953000" cy="304800"/>
          </a:xfrm>
          <a:prstGeom prst="rect">
            <a:avLst/>
          </a:prstGeom>
          <a:noFill/>
          <a:ln w="9525">
            <a:solidFill>
              <a:srgbClr val="A0A0A0"/>
            </a:solidFill>
          </a:ln>
        </p:spPr>
        <p:txBody>
          <a:bodyPr anchor="t" lIns="0" rIns="0" tIns="0" bIns="0">
            <a:noAutofit/>
          </a:bodyPr>
          <a:lstStyle/>
          <a:p>
            <a:pPr>
              <a:buNone/>
            </a:pPr>
            <a:r>
              <a:rPr sz="4800">
                <a:solidFill>
                  <a:srgbClr val="2040B0"/>
                </a:solidFill>
                <a:latin typeface="Arial"/>
              </a:rPr>
              <a:t>Top overflow</a:t>
            </a:r>
          </a:p>
        </p:txBody>
      </p:sp>
      <p:sp>
        <p:nvSpPr>
          <p:cNvPr id="3" name="Shape autofit"/>
          <p:cNvSpPr/>
          <p:nvPr/>
        </p:nvSpPr>
        <p:spPr>
          <a:xfrm>
            <a:off x="6286500" y="952500"/>
            <a:ext cx="4953000" cy="304800"/>
          </a:xfrm>
          <a:prstGeom prst="rect">
            <a:avLst/>
          </a:prstGeom>
          <a:noFill/>
          <a:ln w="9525">
            <a:solidFill>
              <a:srgbClr val="A0A0A0"/>
            </a:solidFill>
          </a:ln>
        </p:spPr>
        <p:txBody>
          <a:bodyPr anchor="t" lIns="0" rIns="0" tIns="0" bIns="0">
            <a:spAutoFit/>
          </a:bodyPr>
          <a:lstStyle/>
          <a:p>
            <a:pPr>
              <a:buNone/>
            </a:pPr>
            <a:r>
              <a:rPr sz="4800">
                <a:solidFill>
                  <a:srgbClr val="147D40"/>
                </a:solidFill>
                <a:latin typeface="Arial"/>
              </a:rPr>
              <a:t>Shape autofit</a:t>
            </a:r>
          </a:p>
        </p:txBody>
      </p:sp>
      <p:sp>
        <p:nvSpPr>
          <p:cNvPr id="4" name="Center overflow"/>
          <p:cNvSpPr/>
          <p:nvPr/>
        </p:nvSpPr>
        <p:spPr>
          <a:xfrm>
            <a:off x="609600" y="2762250"/>
            <a:ext cx="4953000" cy="304800"/>
          </a:xfrm>
          <a:prstGeom prst="rect">
            <a:avLst/>
          </a:prstGeom>
          <a:noFill/>
          <a:ln w="9525">
            <a:solidFill>
              <a:srgbClr val="A0A0A0"/>
            </a:solidFill>
          </a:ln>
        </p:spPr>
        <p:txBody>
          <a:bodyPr anchor="ctr" lIns="0" rIns="0" tIns="0" bIns="0">
            <a:noAutofit/>
          </a:bodyPr>
          <a:lstStyle/>
          <a:p>
            <a:pPr>
              <a:buNone/>
            </a:pPr>
            <a:r>
              <a:rPr sz="4800">
                <a:solidFill>
                  <a:srgbClr val="9C27B0"/>
                </a:solidFill>
                <a:latin typeface="Arial"/>
              </a:rPr>
              <a:t>Center overflow</a:t>
            </a:r>
          </a:p>
        </p:txBody>
      </p:sp>
      <p:sp>
        <p:nvSpPr>
          <p:cNvPr id="5" name="Bottom overflow"/>
          <p:cNvSpPr/>
          <p:nvPr/>
        </p:nvSpPr>
        <p:spPr>
          <a:xfrm>
            <a:off x="6286500" y="2762250"/>
            <a:ext cx="4953000" cy="304800"/>
          </a:xfrm>
          <a:prstGeom prst="rect">
            <a:avLst/>
          </a:prstGeom>
          <a:noFill/>
          <a:ln w="9525">
            <a:solidFill>
              <a:srgbClr val="A0A0A0"/>
            </a:solidFill>
          </a:ln>
        </p:spPr>
        <p:txBody>
          <a:bodyPr anchor="b" lIns="0" rIns="0" tIns="0" bIns="0">
            <a:noAutofit/>
          </a:bodyPr>
          <a:lstStyle/>
          <a:p>
            <a:pPr>
              <a:buNone/>
            </a:pPr>
            <a:r>
              <a:rPr sz="4800">
                <a:solidFill>
                  <a:srgbClr val="D02020"/>
                </a:solidFill>
                <a:latin typeface="Arial"/>
              </a:rPr>
              <a:t>Bottom overflow</a:t>
            </a:r>
          </a:p>
        </p:txBody>
      </p:sp>
      <p:sp>
        <p:nvSpPr>
          <p:cNvPr id="6" name="Normal autofit"/>
          <p:cNvSpPr/>
          <p:nvPr/>
        </p:nvSpPr>
        <p:spPr>
          <a:xfrm>
            <a:off x="609600" y="4476750"/>
            <a:ext cx="4953000" cy="457200"/>
          </a:xfrm>
          <a:prstGeom prst="rect">
            <a:avLst/>
          </a:prstGeom>
          <a:noFill/>
          <a:ln w="9525">
            <a:solidFill>
              <a:srgbClr val="A0A0A0"/>
            </a:solidFill>
          </a:ln>
        </p:spPr>
        <p:txBody>
          <a:bodyPr anchor="t" lIns="0" rIns="0" tIns="0" bIns="0">
            <a:normAutofit/>
          </a:bodyPr>
          <a:lstStyle/>
          <a:p>
            <a:pPr>
              <a:buNone/>
            </a:pPr>
            <a:r>
              <a:rPr sz="4800">
                <a:solidFill>
                  <a:srgbClr val="006699"/>
                </a:solidFill>
                <a:latin typeface="Arial"/>
              </a:rPr>
              <a:t>Normal autofit</a:t>
            </a:r>
          </a:p>
        </p:txBody>
      </p:sp>
      <p:sp>
        <p:nvSpPr>
          <p:cNvPr id="7" name="Fitting control"/>
          <p:cNvSpPr/>
          <p:nvPr/>
        </p:nvSpPr>
        <p:spPr>
          <a:xfrm>
            <a:off x="6286500" y="4476750"/>
            <a:ext cx="4953000" cy="952500"/>
          </a:xfrm>
          <a:prstGeom prst="rect">
            <a:avLst/>
          </a:prstGeom>
          <a:noFill/>
          <a:ln w="9525">
            <a:solidFill>
              <a:srgbClr val="A0A0A0"/>
            </a:solidFill>
          </a:ln>
        </p:spPr>
        <p:txBody>
          <a:bodyPr anchor="t" lIns="0" rIns="0" tIns="0" bIns="0">
            <a:noAutofit/>
          </a:bodyPr>
          <a:lstStyle/>
          <a:p>
            <a:pPr>
              <a:buNone/>
            </a:pPr>
            <a:r>
              <a:rPr sz="4800">
                <a:solidFill>
                  <a:srgbClr val="505050"/>
                </a:solidFill>
                <a:latin typeface="Arial"/>
              </a:rPr>
              <a:t>Fitting control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tated overflow"/>
          <p:cNvSpPr/>
          <p:nvPr/>
        </p:nvSpPr>
        <p:spPr>
          <a:xfrm rot="5400000">
            <a:off x="3048000" y="2000250"/>
            <a:ext cx="4953000" cy="304800"/>
          </a:xfrm>
          <a:prstGeom prst="rect">
            <a:avLst/>
          </a:prstGeom>
          <a:noFill/>
          <a:ln w="9525">
            <a:solidFill>
              <a:srgbClr val="A0A0A0"/>
            </a:solidFill>
          </a:ln>
        </p:spPr>
        <p:txBody>
          <a:bodyPr anchor="t" lIns="0" rIns="0" tIns="0" bIns="0">
            <a:noAutofit/>
          </a:bodyPr>
          <a:lstStyle/>
          <a:p>
            <a:pPr>
              <a:buNone/>
            </a:pPr>
            <a:r>
              <a:rPr sz="4800">
                <a:solidFill>
                  <a:srgbClr val="2040B0"/>
                </a:solidFill>
                <a:latin typeface="Arial"/>
              </a:rPr>
              <a:t>Rotated overflow</a:t>
            </a:r>
          </a:p>
        </p:txBody>
      </p:sp>
      <p:sp>
        <p:nvSpPr>
          <p:cNvPr id="3" name="Flipped overflow"/>
          <p:cNvSpPr/>
          <p:nvPr/>
        </p:nvSpPr>
        <p:spPr>
          <a:xfrm flipV="1">
            <a:off x="6286500" y="2000250"/>
            <a:ext cx="4953000" cy="304800"/>
          </a:xfrm>
          <a:prstGeom prst="rect">
            <a:avLst/>
          </a:prstGeom>
          <a:noFill/>
          <a:ln w="9525">
            <a:solidFill>
              <a:srgbClr val="A0A0A0"/>
            </a:solidFill>
          </a:ln>
        </p:spPr>
        <p:txBody>
          <a:bodyPr anchor="t" lIns="0" rIns="0" tIns="0" bIns="0">
            <a:noAutofit/>
          </a:bodyPr>
          <a:lstStyle/>
          <a:p>
            <a:pPr>
              <a:buNone/>
            </a:pPr>
            <a:r>
              <a:rPr sz="4800">
                <a:solidFill>
                  <a:srgbClr val="147D40"/>
                </a:solidFill>
                <a:latin typeface="Arial"/>
              </a:rPr>
              <a:t>Flipped overflow</a:t>
            </a:r>
          </a:p>
        </p:txBody>
      </p:sp>
      <p:sp>
        <p:nvSpPr>
          <p:cNvPr id="4" name="Inherited autofit"/>
          <p:cNvSpPr/>
          <p:nvPr>
            <p:ph type="body" idx="1"/>
          </p:nvPr>
        </p:nvSpPr>
        <p:spPr>
          <a:xfrm>
            <a:off x="6286500" y="4667250"/>
            <a:ext cx="4953000" cy="304800"/>
          </a:xfrm>
          <a:prstGeom prst="rect">
            <a:avLst/>
          </a:prstGeom>
          <a:noFill/>
          <a:ln w="9525">
            <a:solidFill>
              <a:srgbClr val="A0A0A0"/>
            </a:solidFill>
          </a:ln>
        </p:spPr>
        <p:txBody>
          <a:bodyPr anchor="t" lIns="0" rIns="0" tIns="0" bIns="0"/>
          <a:lstStyle/>
          <a:p>
            <a:pPr>
              <a:buNone/>
            </a:pPr>
            <a:r>
              <a:rPr sz="4800">
                <a:solidFill>
                  <a:srgbClr val="9C27B0"/>
                </a:solidFill>
                <a:latin typeface="Arial"/>
              </a:rPr>
              <a:t>Inherited autofit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Vertical clip"/>
          <p:cNvSpPr/>
          <p:nvPr/>
        </p:nvSpPr>
        <p:spPr>
          <a:xfrm>
            <a:off x="609600" y="1428750"/>
            <a:ext cx="4953000" cy="304800"/>
          </a:xfrm>
          <a:prstGeom prst="rect">
            <a:avLst/>
          </a:prstGeom>
          <a:noFill/>
          <a:ln w="9525">
            <a:solidFill>
              <a:srgbClr val="A0A0A0"/>
            </a:solidFill>
          </a:ln>
        </p:spPr>
        <p:txBody>
          <a:bodyPr anchor="t" lIns="0" rIns="0" tIns="0" bIns="0" vertOverflow="clip">
            <a:noAutofit/>
          </a:bodyPr>
          <a:lstStyle/>
          <a:p>
            <a:pPr>
              <a:buNone/>
            </a:pPr>
            <a:r>
              <a:rPr sz="4800">
                <a:solidFill>
                  <a:srgbClr val="2040B0"/>
                </a:solidFill>
                <a:latin typeface="Arial"/>
              </a:rPr>
              <a:t>Vertical clip</a:t>
            </a:r>
          </a:p>
        </p:txBody>
      </p:sp>
      <p:sp>
        <p:nvSpPr>
          <p:cNvPr id="3" name="Horizontal clip"/>
          <p:cNvSpPr/>
          <p:nvPr/>
        </p:nvSpPr>
        <p:spPr>
          <a:xfrm>
            <a:off x="6286500" y="1428750"/>
            <a:ext cx="4953000" cy="304800"/>
          </a:xfrm>
          <a:prstGeom prst="rect">
            <a:avLst/>
          </a:prstGeom>
          <a:noFill/>
          <a:ln w="9525">
            <a:solidFill>
              <a:srgbClr val="A0A0A0"/>
            </a:solidFill>
          </a:ln>
        </p:spPr>
        <p:txBody>
          <a:bodyPr anchor="t" lIns="0" rIns="0" tIns="0" bIns="0" horzOverflow="clip">
            <a:noAutofit/>
          </a:bodyPr>
          <a:lstStyle/>
          <a:p>
            <a:pPr>
              <a:buNone/>
            </a:pPr>
            <a:r>
              <a:rPr sz="4800">
                <a:solidFill>
                  <a:srgbClr val="147D40"/>
                </a:solidFill>
                <a:latin typeface="Arial"/>
              </a:rPr>
              <a:t>Horizontal clip</a:t>
            </a:r>
          </a:p>
        </p:txBody>
      </p:sp>
      <p:sp>
        <p:nvSpPr>
          <p:cNvPr id="4" name="Ellipsis control"/>
          <p:cNvSpPr/>
          <p:nvPr/>
        </p:nvSpPr>
        <p:spPr>
          <a:xfrm>
            <a:off x="609600" y="3238500"/>
            <a:ext cx="4953000" cy="304800"/>
          </a:xfrm>
          <a:prstGeom prst="rect">
            <a:avLst/>
          </a:prstGeom>
          <a:noFill/>
          <a:ln w="9525">
            <a:solidFill>
              <a:srgbClr val="A0A0A0"/>
            </a:solidFill>
          </a:ln>
        </p:spPr>
        <p:txBody>
          <a:bodyPr anchor="t" lIns="0" rIns="0" tIns="0" bIns="0" vertOverflow="ellipsis">
            <a:noAutofit/>
          </a:bodyPr>
          <a:lstStyle/>
          <a:p>
            <a:pPr>
              <a:buNone/>
            </a:pPr>
            <a:r>
              <a:rPr sz="4800">
                <a:solidFill>
                  <a:srgbClr val="9C27B0"/>
                </a:solidFill>
                <a:latin typeface="Arial"/>
              </a:rPr>
              <a:t>Ellipsis control</a:t>
            </a:r>
          </a:p>
        </p:txBody>
      </p:sp>
      <p:sp>
        <p:nvSpPr>
          <p:cNvPr id="5" name="Inherited clip"/>
          <p:cNvSpPr/>
          <p:nvPr>
            <p:ph type="body" idx="2"/>
          </p:nvPr>
        </p:nvSpPr>
        <p:spPr>
          <a:xfrm>
            <a:off x="6286500" y="3238500"/>
            <a:ext cx="4953000" cy="304800"/>
          </a:xfrm>
          <a:prstGeom prst="rect">
            <a:avLst/>
          </a:prstGeom>
          <a:noFill/>
          <a:ln w="9525">
            <a:solidFill>
              <a:srgbClr val="A0A0A0"/>
            </a:solidFill>
          </a:ln>
        </p:spPr>
        <p:txBody>
          <a:bodyPr anchor="t" lIns="0" rIns="0" tIns="0" bIns="0"/>
          <a:lstStyle/>
          <a:p>
            <a:pPr>
              <a:buNone/>
            </a:pPr>
            <a:r>
              <a:rPr sz="4800">
                <a:solidFill>
                  <a:srgbClr val="D02020"/>
                </a:solidFill>
                <a:latin typeface="Arial"/>
              </a:rPr>
              <a:t>Inherited clip</a:t>
            </a:r>
          </a:p>
        </p:txBody>
      </p:sp>
      <p:sp>
        <p:nvSpPr>
          <p:cNvPr id="6" name="Explicit overflow"/>
          <p:cNvSpPr/>
          <p:nvPr>
            <p:ph type="body" idx="2"/>
          </p:nvPr>
        </p:nvSpPr>
        <p:spPr>
          <a:xfrm>
            <a:off x="609600" y="5143500"/>
            <a:ext cx="4953000" cy="304800"/>
          </a:xfrm>
          <a:prstGeom prst="rect">
            <a:avLst/>
          </a:prstGeom>
          <a:noFill/>
          <a:ln w="9525">
            <a:solidFill>
              <a:srgbClr val="A0A0A0"/>
            </a:solidFill>
          </a:ln>
        </p:spPr>
        <p:txBody>
          <a:bodyPr anchor="t" lIns="0" rIns="0" tIns="0" bIns="0" vertOverflow="overflow" horzOverflow="overflow">
            <a:noAutofit/>
          </a:bodyPr>
          <a:lstStyle/>
          <a:p>
            <a:pPr>
              <a:buNone/>
            </a:pPr>
            <a:r>
              <a:rPr sz="4800">
                <a:solidFill>
                  <a:srgbClr val="006699"/>
                </a:solidFill>
                <a:latin typeface="Arial"/>
              </a:rPr>
              <a:t>Explicit overflow</a:t>
            </a:r>
          </a:p>
        </p:txBody>
      </p:sp>
    </p:spTree>
  </p:cSld>
</p:sld>
</file>

<file path=ppt/theme/theme1.xml><?xml version="1.0" encoding="utf-8"?>
<a:theme xmlns:a="http://schemas.openxmlformats.org/drawingml/2006/main" name="BetterOffice">
  <a:themeElements>
    <a:clrScheme name="BetterOffice">
      <a:dk1>
        <a:srgbClr val="101828"/>
      </a:dk1>
      <a:lt1>
        <a:srgbClr val="FFFFFF"/>
      </a:lt1>
      <a:dk2>
        <a:srgbClr val="1D2939"/>
      </a:dk2>
      <a:lt2>
        <a:srgbClr val="F8F7F2"/>
      </a:lt2>
      <a:accent1>
        <a:srgbClr val="315EFB"/>
      </a:accent1>
      <a:accent2>
        <a:srgbClr val="16825D"/>
      </a:accent2>
      <a:accent3>
        <a:srgbClr val="D94F35"/>
      </a:accent3>
      <a:accent4>
        <a:srgbClr val="C8F56A"/>
      </a:accent4>
      <a:accent5>
        <a:srgbClr val="8AB4FF"/>
      </a:accent5>
      <a:accent6>
        <a:srgbClr val="667085"/>
      </a:accent6>
      <a:hlink>
        <a:srgbClr val="315EFB"/>
      </a:hlink>
      <a:folHlink>
        <a:srgbClr val="5D6DCB"/>
      </a:folHlink>
    </a:clrScheme>
    <a:fontScheme name="Better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Better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9050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