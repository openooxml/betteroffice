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Shadowed mark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1524000"/>
            <a:ext cx="2286000" cy="2286000"/>
          </a:xfrm>
          <a:prstGeom prst="rect">
            <a:avLst/>
          </a:prstGeom>
          <a:effectLst>
            <a:outerShdw blurRad="76200" dist="38100" dir="27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Plain mark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524000"/>
            <a:ext cx="2286000" cy="2286000"/>
          </a:xfrm>
          <a:prstGeom prst="rect">
            <a:avLst/>
          </a:prstGeom>
        </p:spPr>
      </p:pic>
      <p:sp>
        <p:nvSpPr>
          <p:cNvPr id="6" name="Picture-filled card"/>
          <p:cNvSpPr/>
          <p:nvPr/>
        </p:nvSpPr>
        <p:spPr>
          <a:xfrm>
            <a:off x="1524000" y="4191000"/>
            <a:ext cx="2286000" cy="228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76200" dist="38100" dir="2700000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7" name="OLE mark"/>
          <p:cNvGraphicFramePr/>
          <p:nvPr/>
        </p:nvGraphicFramePr>
        <p:xfrm>
          <a:off x="6096000" y="4191000"/>
          <a:ext cx="2286000" cy="2286000"/>
        </p:xfrm>
        <a:graphic>
          <a:graphicData uri="http://schemas.openxmlformats.org/presentationml/2006/ole">
            <p:oleObj r:id="rId2">
              <p:embed/>
              <p:pic>
                <p:nvPicPr>
                  <p:cNvPr id="8" name="OLE fallback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0" y="0"/>
                    <a:ext cx="2286000" cy="2286000"/>
                  </a:xfrm>
                  <a:prstGeom prst="rect">
                    <a:avLst/>
                  </a:prstGeom>
                  <a:effectLst>
                    <a:outerShdw blurRad="76200" dist="38100" dir="2700000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oleObj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